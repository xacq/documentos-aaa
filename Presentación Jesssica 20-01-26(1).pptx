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256" r:id="rId5"/>
    <p:sldId id="257" r:id="rId6"/>
    <p:sldId id="258" r:id="rId7"/>
    <p:sldId id="259" r:id="rId8"/>
    <p:sldId id="260" r:id="rId9"/>
    <p:sldId id="266" r:id="rId10"/>
    <p:sldId id="261" r:id="rId11"/>
    <p:sldId id="274" r:id="rId12"/>
    <p:sldId id="262" r:id="rId13"/>
    <p:sldId id="267" r:id="rId14"/>
    <p:sldId id="268" r:id="rId15"/>
    <p:sldId id="269" r:id="rId16"/>
    <p:sldId id="270" r:id="rId17"/>
    <p:sldId id="271" r:id="rId18"/>
    <p:sldId id="272" r:id="rId19"/>
    <p:sldId id="264" r:id="rId20"/>
    <p:sldId id="273" r:id="rId21"/>
    <p:sldId id="265" r:id="rId22"/>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2EE7F3-456B-4CBA-928B-BDD6F653FEFE}" v="5" dt="2025-04-23T14:59:37.055"/>
    <p1510:client id="{933232BB-645F-8134-6A52-79CC9E0D6688}" v="1" dt="2025-04-23T21:02:12.580"/>
    <p1510:client id="{9F615909-BC18-E110-A719-1C09243E9ABE}" v="185" dt="2025-04-23T17:20:00.69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261" autoAdjust="0"/>
  </p:normalViewPr>
  <p:slideViewPr>
    <p:cSldViewPr snapToGrid="0">
      <p:cViewPr varScale="1">
        <p:scale>
          <a:sx n="66" d="100"/>
          <a:sy n="66" d="100"/>
        </p:scale>
        <p:origin x="1301"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101EAB7C-D61A-4682-89C9-A6DD99A1335C}"/>
    <pc:docChg chg="modSld">
      <pc:chgData name="" userId="" providerId="" clId="Web-{101EAB7C-D61A-4682-89C9-A6DD99A1335C}" dt="2022-03-05T18:33:44.735" v="0"/>
      <pc:docMkLst>
        <pc:docMk/>
      </pc:docMkLst>
      <pc:sldChg chg="addSp">
        <pc:chgData name="" userId="" providerId="" clId="Web-{101EAB7C-D61A-4682-89C9-A6DD99A1335C}" dt="2022-03-05T18:33:44.735" v="0"/>
        <pc:sldMkLst>
          <pc:docMk/>
          <pc:sldMk cId="2120982591" sldId="256"/>
        </pc:sldMkLst>
        <pc:spChg chg="add">
          <ac:chgData name="" userId="" providerId="" clId="Web-{101EAB7C-D61A-4682-89C9-A6DD99A1335C}" dt="2022-03-05T18:33:44.735" v="0"/>
          <ac:spMkLst>
            <pc:docMk/>
            <pc:sldMk cId="2120982591" sldId="256"/>
            <ac:spMk id="4" creationId="{E655E748-50C0-4891-9479-C43956EBC5B2}"/>
          </ac:spMkLst>
        </pc:spChg>
      </pc:sldChg>
    </pc:docChg>
  </pc:docChgLst>
  <pc:docChgLst>
    <pc:chgData name="Instituto de Educación Semipresencial, a Distancia y en Línea" userId="S::instituto.educacion.enlinea@espoch.edu.ec::db71bd79-00f4-4684-834c-40c274bc27fb" providerId="AD" clId="Web-{96A69C6F-223F-8206-3160-886F286FB273}"/>
    <pc:docChg chg="modSld">
      <pc:chgData name="Instituto de Educación Semipresencial, a Distancia y en Línea" userId="S::instituto.educacion.enlinea@espoch.edu.ec::db71bd79-00f4-4684-834c-40c274bc27fb" providerId="AD" clId="Web-{96A69C6F-223F-8206-3160-886F286FB273}" dt="2023-06-14T16:01:37.135" v="5" actId="20577"/>
      <pc:docMkLst>
        <pc:docMk/>
      </pc:docMkLst>
      <pc:sldChg chg="modSp">
        <pc:chgData name="Instituto de Educación Semipresencial, a Distancia y en Línea" userId="S::instituto.educacion.enlinea@espoch.edu.ec::db71bd79-00f4-4684-834c-40c274bc27fb" providerId="AD" clId="Web-{96A69C6F-223F-8206-3160-886F286FB273}" dt="2023-06-14T16:01:37.135" v="5" actId="20577"/>
        <pc:sldMkLst>
          <pc:docMk/>
          <pc:sldMk cId="2120982591" sldId="256"/>
        </pc:sldMkLst>
        <pc:spChg chg="mod">
          <ac:chgData name="Instituto de Educación Semipresencial, a Distancia y en Línea" userId="S::instituto.educacion.enlinea@espoch.edu.ec::db71bd79-00f4-4684-834c-40c274bc27fb" providerId="AD" clId="Web-{96A69C6F-223F-8206-3160-886F286FB273}" dt="2023-06-14T16:01:37.135" v="5" actId="20577"/>
          <ac:spMkLst>
            <pc:docMk/>
            <pc:sldMk cId="2120982591" sldId="256"/>
            <ac:spMk id="2" creationId="{750B8633-3C85-48AD-B0A1-21366EBC63B5}"/>
          </ac:spMkLst>
        </pc:spChg>
      </pc:sldChg>
    </pc:docChg>
  </pc:docChgLst>
  <pc:docChgLst>
    <pc:chgData name="Decanato de Teleeducación" userId="S::teleeducacion@espoch.edu.ec::db71bd79-00f4-4684-834c-40c274bc27fb" providerId="AD" clId="Web-{933232BB-645F-8134-6A52-79CC9E0D6688}"/>
    <pc:docChg chg="modSld">
      <pc:chgData name="Decanato de Teleeducación" userId="S::teleeducacion@espoch.edu.ec::db71bd79-00f4-4684-834c-40c274bc27fb" providerId="AD" clId="Web-{933232BB-645F-8134-6A52-79CC9E0D6688}" dt="2025-04-23T21:02:12.580" v="0"/>
      <pc:docMkLst>
        <pc:docMk/>
      </pc:docMkLst>
      <pc:sldChg chg="mod setBg">
        <pc:chgData name="Decanato de Teleeducación" userId="S::teleeducacion@espoch.edu.ec::db71bd79-00f4-4684-834c-40c274bc27fb" providerId="AD" clId="Web-{933232BB-645F-8134-6A52-79CC9E0D6688}" dt="2025-04-23T21:02:12.580" v="0"/>
        <pc:sldMkLst>
          <pc:docMk/>
          <pc:sldMk cId="3537050179" sldId="265"/>
        </pc:sldMkLst>
      </pc:sldChg>
    </pc:docChg>
  </pc:docChgLst>
  <pc:docChgLst>
    <pc:chgData name="HERMES DARIO SANCHEZ BERMEO" userId="S::hermes.sanchez@espoch.edu.ec::d519ad49-3af1-465e-9778-e421deb8071e" providerId="AD" clId="Web-{9E7474FF-F638-82B8-E8FB-F8FC6E45A20F}"/>
    <pc:docChg chg="modSld">
      <pc:chgData name="HERMES DARIO SANCHEZ BERMEO" userId="S::hermes.sanchez@espoch.edu.ec::d519ad49-3af1-465e-9778-e421deb8071e" providerId="AD" clId="Web-{9E7474FF-F638-82B8-E8FB-F8FC6E45A20F}" dt="2023-06-14T16:00:27.672" v="6" actId="20577"/>
      <pc:docMkLst>
        <pc:docMk/>
      </pc:docMkLst>
      <pc:sldChg chg="modSp">
        <pc:chgData name="HERMES DARIO SANCHEZ BERMEO" userId="S::hermes.sanchez@espoch.edu.ec::d519ad49-3af1-465e-9778-e421deb8071e" providerId="AD" clId="Web-{9E7474FF-F638-82B8-E8FB-F8FC6E45A20F}" dt="2023-06-14T16:00:27.672" v="6" actId="20577"/>
        <pc:sldMkLst>
          <pc:docMk/>
          <pc:sldMk cId="2120982591" sldId="256"/>
        </pc:sldMkLst>
        <pc:spChg chg="mod">
          <ac:chgData name="HERMES DARIO SANCHEZ BERMEO" userId="S::hermes.sanchez@espoch.edu.ec::d519ad49-3af1-465e-9778-e421deb8071e" providerId="AD" clId="Web-{9E7474FF-F638-82B8-E8FB-F8FC6E45A20F}" dt="2023-06-14T16:00:27.672" v="6" actId="20577"/>
          <ac:spMkLst>
            <pc:docMk/>
            <pc:sldMk cId="2120982591" sldId="256"/>
            <ac:spMk id="2" creationId="{750B8633-3C85-48AD-B0A1-21366EBC63B5}"/>
          </ac:spMkLst>
        </pc:spChg>
      </pc:sldChg>
    </pc:docChg>
  </pc:docChgLst>
  <pc:docChgLst>
    <pc:chgData name="Decanato de Teleeducación" userId="S::teleeducacion@espoch.edu.ec::db71bd79-00f4-4684-834c-40c274bc27fb" providerId="AD" clId="Web-{9F615909-BC18-E110-A719-1C09243E9ABE}"/>
    <pc:docChg chg="addSld delSld modSld sldOrd modMainMaster">
      <pc:chgData name="Decanato de Teleeducación" userId="S::teleeducacion@espoch.edu.ec::db71bd79-00f4-4684-834c-40c274bc27fb" providerId="AD" clId="Web-{9F615909-BC18-E110-A719-1C09243E9ABE}" dt="2025-04-23T17:20:00.697" v="187" actId="1076"/>
      <pc:docMkLst>
        <pc:docMk/>
      </pc:docMkLst>
      <pc:sldChg chg="modSp mod setBg">
        <pc:chgData name="Decanato de Teleeducación" userId="S::teleeducacion@espoch.edu.ec::db71bd79-00f4-4684-834c-40c274bc27fb" providerId="AD" clId="Web-{9F615909-BC18-E110-A719-1C09243E9ABE}" dt="2025-04-23T17:18:41.819" v="177" actId="1076"/>
        <pc:sldMkLst>
          <pc:docMk/>
          <pc:sldMk cId="2120982591" sldId="256"/>
        </pc:sldMkLst>
        <pc:spChg chg="mod">
          <ac:chgData name="Decanato de Teleeducación" userId="S::teleeducacion@espoch.edu.ec::db71bd79-00f4-4684-834c-40c274bc27fb" providerId="AD" clId="Web-{9F615909-BC18-E110-A719-1C09243E9ABE}" dt="2025-04-23T17:18:21.255" v="176" actId="1076"/>
          <ac:spMkLst>
            <pc:docMk/>
            <pc:sldMk cId="2120982591" sldId="256"/>
            <ac:spMk id="2" creationId="{750B8633-3C85-48AD-B0A1-21366EBC63B5}"/>
          </ac:spMkLst>
        </pc:spChg>
        <pc:spChg chg="mod">
          <ac:chgData name="Decanato de Teleeducación" userId="S::teleeducacion@espoch.edu.ec::db71bd79-00f4-4684-834c-40c274bc27fb" providerId="AD" clId="Web-{9F615909-BC18-E110-A719-1C09243E9ABE}" dt="2025-04-23T17:18:41.819" v="177" actId="1076"/>
          <ac:spMkLst>
            <pc:docMk/>
            <pc:sldMk cId="2120982591" sldId="256"/>
            <ac:spMk id="3" creationId="{543CE98D-FF9E-47A4-80E9-0BEDC0613593}"/>
          </ac:spMkLst>
        </pc:spChg>
      </pc:sldChg>
      <pc:sldChg chg="modSp mod setBg">
        <pc:chgData name="Decanato de Teleeducación" userId="S::teleeducacion@espoch.edu.ec::db71bd79-00f4-4684-834c-40c274bc27fb" providerId="AD" clId="Web-{9F615909-BC18-E110-A719-1C09243E9ABE}" dt="2025-04-23T16:51:24.737" v="81" actId="1076"/>
        <pc:sldMkLst>
          <pc:docMk/>
          <pc:sldMk cId="3781688769" sldId="257"/>
        </pc:sldMkLst>
        <pc:spChg chg="mod">
          <ac:chgData name="Decanato de Teleeducación" userId="S::teleeducacion@espoch.edu.ec::db71bd79-00f4-4684-834c-40c274bc27fb" providerId="AD" clId="Web-{9F615909-BC18-E110-A719-1C09243E9ABE}" dt="2025-04-23T16:46:43.647" v="32" actId="14100"/>
          <ac:spMkLst>
            <pc:docMk/>
            <pc:sldMk cId="3781688769" sldId="257"/>
            <ac:spMk id="5" creationId="{3DB18E5C-2F55-447F-82D5-DE7F638B0586}"/>
          </ac:spMkLst>
        </pc:spChg>
        <pc:spChg chg="mod">
          <ac:chgData name="Decanato de Teleeducación" userId="S::teleeducacion@espoch.edu.ec::db71bd79-00f4-4684-834c-40c274bc27fb" providerId="AD" clId="Web-{9F615909-BC18-E110-A719-1C09243E9ABE}" dt="2025-04-23T16:46:21.912" v="31" actId="14100"/>
          <ac:spMkLst>
            <pc:docMk/>
            <pc:sldMk cId="3781688769" sldId="257"/>
            <ac:spMk id="6" creationId="{F99337E1-2973-41B5-9CC2-68A02F3A3883}"/>
          </ac:spMkLst>
        </pc:spChg>
        <pc:spChg chg="mod">
          <ac:chgData name="Decanato de Teleeducación" userId="S::teleeducacion@espoch.edu.ec::db71bd79-00f4-4684-834c-40c274bc27fb" providerId="AD" clId="Web-{9F615909-BC18-E110-A719-1C09243E9ABE}" dt="2025-04-23T16:51:24.721" v="80" actId="1076"/>
          <ac:spMkLst>
            <pc:docMk/>
            <pc:sldMk cId="3781688769" sldId="257"/>
            <ac:spMk id="8" creationId="{FAE4B9B6-CC03-4F75-9CAD-3023159299A0}"/>
          </ac:spMkLst>
        </pc:spChg>
        <pc:spChg chg="mod">
          <ac:chgData name="Decanato de Teleeducación" userId="S::teleeducacion@espoch.edu.ec::db71bd79-00f4-4684-834c-40c274bc27fb" providerId="AD" clId="Web-{9F615909-BC18-E110-A719-1C09243E9ABE}" dt="2025-04-23T16:51:24.737" v="81" actId="1076"/>
          <ac:spMkLst>
            <pc:docMk/>
            <pc:sldMk cId="3781688769" sldId="257"/>
            <ac:spMk id="9" creationId="{ED346CDD-87E1-45DD-B284-401F0B4772D9}"/>
          </ac:spMkLst>
        </pc:spChg>
      </pc:sldChg>
      <pc:sldChg chg="delSp modSp mod setBg">
        <pc:chgData name="Decanato de Teleeducación" userId="S::teleeducacion@espoch.edu.ec::db71bd79-00f4-4684-834c-40c274bc27fb" providerId="AD" clId="Web-{9F615909-BC18-E110-A719-1C09243E9ABE}" dt="2025-04-23T16:51:42.519" v="88" actId="1076"/>
        <pc:sldMkLst>
          <pc:docMk/>
          <pc:sldMk cId="1987238388" sldId="258"/>
        </pc:sldMkLst>
        <pc:spChg chg="mod">
          <ac:chgData name="Decanato de Teleeducación" userId="S::teleeducacion@espoch.edu.ec::db71bd79-00f4-4684-834c-40c274bc27fb" providerId="AD" clId="Web-{9F615909-BC18-E110-A719-1C09243E9ABE}" dt="2025-04-23T16:51:34.284" v="82" actId="14100"/>
          <ac:spMkLst>
            <pc:docMk/>
            <pc:sldMk cId="1987238388" sldId="258"/>
            <ac:spMk id="5" creationId="{3DB18E5C-2F55-447F-82D5-DE7F638B0586}"/>
          </ac:spMkLst>
        </pc:spChg>
        <pc:spChg chg="mod">
          <ac:chgData name="Decanato de Teleeducación" userId="S::teleeducacion@espoch.edu.ec::db71bd79-00f4-4684-834c-40c274bc27fb" providerId="AD" clId="Web-{9F615909-BC18-E110-A719-1C09243E9ABE}" dt="2025-04-23T16:51:34.331" v="85" actId="14100"/>
          <ac:spMkLst>
            <pc:docMk/>
            <pc:sldMk cId="1987238388" sldId="258"/>
            <ac:spMk id="6" creationId="{F99337E1-2973-41B5-9CC2-68A02F3A3883}"/>
          </ac:spMkLst>
        </pc:spChg>
        <pc:spChg chg="del">
          <ac:chgData name="Decanato de Teleeducación" userId="S::teleeducacion@espoch.edu.ec::db71bd79-00f4-4684-834c-40c274bc27fb" providerId="AD" clId="Web-{9F615909-BC18-E110-A719-1C09243E9ABE}" dt="2025-04-23T16:29:04.526" v="11"/>
          <ac:spMkLst>
            <pc:docMk/>
            <pc:sldMk cId="1987238388" sldId="258"/>
            <ac:spMk id="7" creationId="{78D04DF6-A6FF-4EC4-B8EF-E3E82615B42D}"/>
          </ac:spMkLst>
        </pc:spChg>
        <pc:spChg chg="del">
          <ac:chgData name="Decanato de Teleeducación" userId="S::teleeducacion@espoch.edu.ec::db71bd79-00f4-4684-834c-40c274bc27fb" providerId="AD" clId="Web-{9F615909-BC18-E110-A719-1C09243E9ABE}" dt="2025-04-23T16:29:12.198" v="14"/>
          <ac:spMkLst>
            <pc:docMk/>
            <pc:sldMk cId="1987238388" sldId="258"/>
            <ac:spMk id="8" creationId="{78735A6A-B38A-4883-B6C3-B534683CD3A7}"/>
          </ac:spMkLst>
        </pc:spChg>
        <pc:spChg chg="mod">
          <ac:chgData name="Decanato de Teleeducación" userId="S::teleeducacion@espoch.edu.ec::db71bd79-00f4-4684-834c-40c274bc27fb" providerId="AD" clId="Web-{9F615909-BC18-E110-A719-1C09243E9ABE}" dt="2025-04-23T16:51:38.644" v="86" actId="1076"/>
          <ac:spMkLst>
            <pc:docMk/>
            <pc:sldMk cId="1987238388" sldId="258"/>
            <ac:spMk id="9" creationId="{68A3D5E8-0381-43AC-AC3A-31BC27936900}"/>
          </ac:spMkLst>
        </pc:spChg>
        <pc:spChg chg="mod">
          <ac:chgData name="Decanato de Teleeducación" userId="S::teleeducacion@espoch.edu.ec::db71bd79-00f4-4684-834c-40c274bc27fb" providerId="AD" clId="Web-{9F615909-BC18-E110-A719-1C09243E9ABE}" dt="2025-04-23T16:51:42.519" v="88" actId="1076"/>
          <ac:spMkLst>
            <pc:docMk/>
            <pc:sldMk cId="1987238388" sldId="258"/>
            <ac:spMk id="10" creationId="{F4BBBB24-8E27-47E6-91F9-4B43915B542D}"/>
          </ac:spMkLst>
        </pc:spChg>
        <pc:spChg chg="mod">
          <ac:chgData name="Decanato de Teleeducación" userId="S::teleeducacion@espoch.edu.ec::db71bd79-00f4-4684-834c-40c274bc27fb" providerId="AD" clId="Web-{9F615909-BC18-E110-A719-1C09243E9ABE}" dt="2025-04-23T16:48:16.714" v="46" actId="1076"/>
          <ac:spMkLst>
            <pc:docMk/>
            <pc:sldMk cId="1987238388" sldId="258"/>
            <ac:spMk id="13" creationId="{FA4B3BBF-8511-459E-9535-0920AA981477}"/>
          </ac:spMkLst>
        </pc:spChg>
        <pc:spChg chg="del mod">
          <ac:chgData name="Decanato de Teleeducación" userId="S::teleeducacion@espoch.edu.ec::db71bd79-00f4-4684-834c-40c274bc27fb" providerId="AD" clId="Web-{9F615909-BC18-E110-A719-1C09243E9ABE}" dt="2025-04-23T16:29:07.901" v="13"/>
          <ac:spMkLst>
            <pc:docMk/>
            <pc:sldMk cId="1987238388" sldId="258"/>
            <ac:spMk id="14" creationId="{500D797C-B7D3-460B-8369-4472BD969DA6}"/>
          </ac:spMkLst>
        </pc:spChg>
        <pc:picChg chg="del">
          <ac:chgData name="Decanato de Teleeducación" userId="S::teleeducacion@espoch.edu.ec::db71bd79-00f4-4684-834c-40c274bc27fb" providerId="AD" clId="Web-{9F615909-BC18-E110-A719-1C09243E9ABE}" dt="2025-04-23T16:28:59.651" v="9"/>
          <ac:picMkLst>
            <pc:docMk/>
            <pc:sldMk cId="1987238388" sldId="258"/>
            <ac:picMk id="15" creationId="{8CD77903-830D-474B-B960-5B1D711C34B6}"/>
          </ac:picMkLst>
        </pc:picChg>
        <pc:cxnChg chg="mod">
          <ac:chgData name="Decanato de Teleeducación" userId="S::teleeducacion@espoch.edu.ec::db71bd79-00f4-4684-834c-40c274bc27fb" providerId="AD" clId="Web-{9F615909-BC18-E110-A719-1C09243E9ABE}" dt="2025-04-23T16:48:16.682" v="45" actId="1076"/>
          <ac:cxnSpMkLst>
            <pc:docMk/>
            <pc:sldMk cId="1987238388" sldId="258"/>
            <ac:cxnSpMk id="11" creationId="{F2811A42-1361-484F-847D-792D35B50657}"/>
          </ac:cxnSpMkLst>
        </pc:cxnChg>
        <pc:cxnChg chg="del">
          <ac:chgData name="Decanato de Teleeducación" userId="S::teleeducacion@espoch.edu.ec::db71bd79-00f4-4684-834c-40c274bc27fb" providerId="AD" clId="Web-{9F615909-BC18-E110-A719-1C09243E9ABE}" dt="2025-04-23T16:29:03.339" v="10"/>
          <ac:cxnSpMkLst>
            <pc:docMk/>
            <pc:sldMk cId="1987238388" sldId="258"/>
            <ac:cxnSpMk id="12" creationId="{1874DC7F-A014-415C-942A-DB2DAA2D6283}"/>
          </ac:cxnSpMkLst>
        </pc:cxnChg>
      </pc:sldChg>
      <pc:sldChg chg="delSp modSp mod setBg">
        <pc:chgData name="Decanato de Teleeducación" userId="S::teleeducacion@espoch.edu.ec::db71bd79-00f4-4684-834c-40c274bc27fb" providerId="AD" clId="Web-{9F615909-BC18-E110-A719-1C09243E9ABE}" dt="2025-04-23T16:52:55.053" v="91" actId="1076"/>
        <pc:sldMkLst>
          <pc:docMk/>
          <pc:sldMk cId="1630630005" sldId="259"/>
        </pc:sldMkLst>
        <pc:spChg chg="mod">
          <ac:chgData name="Decanato de Teleeducación" userId="S::teleeducacion@espoch.edu.ec::db71bd79-00f4-4684-834c-40c274bc27fb" providerId="AD" clId="Web-{9F615909-BC18-E110-A719-1C09243E9ABE}" dt="2025-04-23T16:49:01.653" v="59" actId="14100"/>
          <ac:spMkLst>
            <pc:docMk/>
            <pc:sldMk cId="1630630005" sldId="259"/>
            <ac:spMk id="5" creationId="{3DB18E5C-2F55-447F-82D5-DE7F638B0586}"/>
          </ac:spMkLst>
        </pc:spChg>
        <pc:spChg chg="mod">
          <ac:chgData name="Decanato de Teleeducación" userId="S::teleeducacion@espoch.edu.ec::db71bd79-00f4-4684-834c-40c274bc27fb" providerId="AD" clId="Web-{9F615909-BC18-E110-A719-1C09243E9ABE}" dt="2025-04-23T16:52:45.006" v="89" actId="14100"/>
          <ac:spMkLst>
            <pc:docMk/>
            <pc:sldMk cId="1630630005" sldId="259"/>
            <ac:spMk id="6" creationId="{F99337E1-2973-41B5-9CC2-68A02F3A3883}"/>
          </ac:spMkLst>
        </pc:spChg>
        <pc:spChg chg="del">
          <ac:chgData name="Decanato de Teleeducación" userId="S::teleeducacion@espoch.edu.ec::db71bd79-00f4-4684-834c-40c274bc27fb" providerId="AD" clId="Web-{9F615909-BC18-E110-A719-1C09243E9ABE}" dt="2025-04-23T16:48:43.011" v="51"/>
          <ac:spMkLst>
            <pc:docMk/>
            <pc:sldMk cId="1630630005" sldId="259"/>
            <ac:spMk id="7" creationId="{78D04DF6-A6FF-4EC4-B8EF-E3E82615B42D}"/>
          </ac:spMkLst>
        </pc:spChg>
        <pc:spChg chg="del">
          <ac:chgData name="Decanato de Teleeducación" userId="S::teleeducacion@espoch.edu.ec::db71bd79-00f4-4684-834c-40c274bc27fb" providerId="AD" clId="Web-{9F615909-BC18-E110-A719-1C09243E9ABE}" dt="2025-04-23T16:48:43.011" v="52"/>
          <ac:spMkLst>
            <pc:docMk/>
            <pc:sldMk cId="1630630005" sldId="259"/>
            <ac:spMk id="8" creationId="{50667D1F-DAF1-4C78-BE9E-AC2094F7A227}"/>
          </ac:spMkLst>
        </pc:spChg>
        <pc:spChg chg="mod">
          <ac:chgData name="Decanato de Teleeducación" userId="S::teleeducacion@espoch.edu.ec::db71bd79-00f4-4684-834c-40c274bc27fb" providerId="AD" clId="Web-{9F615909-BC18-E110-A719-1C09243E9ABE}" dt="2025-04-23T16:52:55.039" v="90" actId="1076"/>
          <ac:spMkLst>
            <pc:docMk/>
            <pc:sldMk cId="1630630005" sldId="259"/>
            <ac:spMk id="9" creationId="{D56AC904-224A-4D2E-A726-3D78F67F026B}"/>
          </ac:spMkLst>
        </pc:spChg>
        <pc:spChg chg="mod">
          <ac:chgData name="Decanato de Teleeducación" userId="S::teleeducacion@espoch.edu.ec::db71bd79-00f4-4684-834c-40c274bc27fb" providerId="AD" clId="Web-{9F615909-BC18-E110-A719-1C09243E9ABE}" dt="2025-04-23T16:52:55.053" v="91" actId="1076"/>
          <ac:spMkLst>
            <pc:docMk/>
            <pc:sldMk cId="1630630005" sldId="259"/>
            <ac:spMk id="10" creationId="{3B006880-8822-4D3D-AC97-910A97B56666}"/>
          </ac:spMkLst>
        </pc:spChg>
        <pc:spChg chg="mod">
          <ac:chgData name="Decanato de Teleeducación" userId="S::teleeducacion@espoch.edu.ec::db71bd79-00f4-4684-834c-40c274bc27fb" providerId="AD" clId="Web-{9F615909-BC18-E110-A719-1C09243E9ABE}" dt="2025-04-23T16:48:51.606" v="58" actId="1076"/>
          <ac:spMkLst>
            <pc:docMk/>
            <pc:sldMk cId="1630630005" sldId="259"/>
            <ac:spMk id="13" creationId="{FA4B3BBF-8511-459E-9535-0920AA981477}"/>
          </ac:spMkLst>
        </pc:spChg>
        <pc:spChg chg="del">
          <ac:chgData name="Decanato de Teleeducación" userId="S::teleeducacion@espoch.edu.ec::db71bd79-00f4-4684-834c-40c274bc27fb" providerId="AD" clId="Web-{9F615909-BC18-E110-A719-1C09243E9ABE}" dt="2025-04-23T16:48:43.011" v="49"/>
          <ac:spMkLst>
            <pc:docMk/>
            <pc:sldMk cId="1630630005" sldId="259"/>
            <ac:spMk id="14" creationId="{500D797C-B7D3-460B-8369-4472BD969DA6}"/>
          </ac:spMkLst>
        </pc:spChg>
        <pc:picChg chg="del">
          <ac:chgData name="Decanato de Teleeducación" userId="S::teleeducacion@espoch.edu.ec::db71bd79-00f4-4684-834c-40c274bc27fb" providerId="AD" clId="Web-{9F615909-BC18-E110-A719-1C09243E9ABE}" dt="2025-04-23T16:48:43.011" v="48"/>
          <ac:picMkLst>
            <pc:docMk/>
            <pc:sldMk cId="1630630005" sldId="259"/>
            <ac:picMk id="15" creationId="{27895448-0D92-4439-9977-019B283BB795}"/>
          </ac:picMkLst>
        </pc:picChg>
        <pc:cxnChg chg="mod">
          <ac:chgData name="Decanato de Teleeducación" userId="S::teleeducacion@espoch.edu.ec::db71bd79-00f4-4684-834c-40c274bc27fb" providerId="AD" clId="Web-{9F615909-BC18-E110-A719-1C09243E9ABE}" dt="2025-04-23T16:48:51.606" v="57" actId="1076"/>
          <ac:cxnSpMkLst>
            <pc:docMk/>
            <pc:sldMk cId="1630630005" sldId="259"/>
            <ac:cxnSpMk id="11" creationId="{F2811A42-1361-484F-847D-792D35B50657}"/>
          </ac:cxnSpMkLst>
        </pc:cxnChg>
        <pc:cxnChg chg="del">
          <ac:chgData name="Decanato de Teleeducación" userId="S::teleeducacion@espoch.edu.ec::db71bd79-00f4-4684-834c-40c274bc27fb" providerId="AD" clId="Web-{9F615909-BC18-E110-A719-1C09243E9ABE}" dt="2025-04-23T16:48:43.011" v="50"/>
          <ac:cxnSpMkLst>
            <pc:docMk/>
            <pc:sldMk cId="1630630005" sldId="259"/>
            <ac:cxnSpMk id="12" creationId="{1874DC7F-A014-415C-942A-DB2DAA2D6283}"/>
          </ac:cxnSpMkLst>
        </pc:cxnChg>
      </pc:sldChg>
      <pc:sldChg chg="delSp modSp mod setBg">
        <pc:chgData name="Decanato de Teleeducación" userId="S::teleeducacion@espoch.edu.ec::db71bd79-00f4-4684-834c-40c274bc27fb" providerId="AD" clId="Web-{9F615909-BC18-E110-A719-1C09243E9ABE}" dt="2025-04-23T16:53:12.116" v="94" actId="1076"/>
        <pc:sldMkLst>
          <pc:docMk/>
          <pc:sldMk cId="2585186392" sldId="260"/>
        </pc:sldMkLst>
        <pc:spChg chg="mod">
          <ac:chgData name="Decanato de Teleeducación" userId="S::teleeducacion@espoch.edu.ec::db71bd79-00f4-4684-834c-40c274bc27fb" providerId="AD" clId="Web-{9F615909-BC18-E110-A719-1C09243E9ABE}" dt="2025-04-23T16:53:12.116" v="93" actId="1076"/>
          <ac:spMkLst>
            <pc:docMk/>
            <pc:sldMk cId="2585186392" sldId="260"/>
            <ac:spMk id="4" creationId="{2EE09106-BB08-4AC9-8236-8EFC42FE1F9B}"/>
          </ac:spMkLst>
        </pc:spChg>
        <pc:spChg chg="mod">
          <ac:chgData name="Decanato de Teleeducación" userId="S::teleeducacion@espoch.edu.ec::db71bd79-00f4-4684-834c-40c274bc27fb" providerId="AD" clId="Web-{9F615909-BC18-E110-A719-1C09243E9ABE}" dt="2025-04-23T16:51:08.299" v="78" actId="14100"/>
          <ac:spMkLst>
            <pc:docMk/>
            <pc:sldMk cId="2585186392" sldId="260"/>
            <ac:spMk id="5" creationId="{3DB18E5C-2F55-447F-82D5-DE7F638B0586}"/>
          </ac:spMkLst>
        </pc:spChg>
        <pc:spChg chg="mod">
          <ac:chgData name="Decanato de Teleeducación" userId="S::teleeducacion@espoch.edu.ec::db71bd79-00f4-4684-834c-40c274bc27fb" providerId="AD" clId="Web-{9F615909-BC18-E110-A719-1C09243E9ABE}" dt="2025-04-23T16:53:12.116" v="94" actId="1076"/>
          <ac:spMkLst>
            <pc:docMk/>
            <pc:sldMk cId="2585186392" sldId="260"/>
            <ac:spMk id="6" creationId="{48A67941-712F-4A84-92F5-1254FD2A7879}"/>
          </ac:spMkLst>
        </pc:spChg>
        <pc:spChg chg="mod">
          <ac:chgData name="Decanato de Teleeducación" userId="S::teleeducacion@espoch.edu.ec::db71bd79-00f4-4684-834c-40c274bc27fb" providerId="AD" clId="Web-{9F615909-BC18-E110-A719-1C09243E9ABE}" dt="2025-04-23T16:53:07.178" v="92" actId="14100"/>
          <ac:spMkLst>
            <pc:docMk/>
            <pc:sldMk cId="2585186392" sldId="260"/>
            <ac:spMk id="7" creationId="{F99337E1-2973-41B5-9CC2-68A02F3A3883}"/>
          </ac:spMkLst>
        </pc:spChg>
        <pc:spChg chg="del">
          <ac:chgData name="Decanato de Teleeducación" userId="S::teleeducacion@espoch.edu.ec::db71bd79-00f4-4684-834c-40c274bc27fb" providerId="AD" clId="Web-{9F615909-BC18-E110-A719-1C09243E9ABE}" dt="2025-04-23T16:50:49.548" v="71"/>
          <ac:spMkLst>
            <pc:docMk/>
            <pc:sldMk cId="2585186392" sldId="260"/>
            <ac:spMk id="8" creationId="{A078A958-B60C-4CD0-8FA9-47C8953D6602}"/>
          </ac:spMkLst>
        </pc:spChg>
        <pc:spChg chg="del">
          <ac:chgData name="Decanato de Teleeducación" userId="S::teleeducacion@espoch.edu.ec::db71bd79-00f4-4684-834c-40c274bc27fb" providerId="AD" clId="Web-{9F615909-BC18-E110-A719-1C09243E9ABE}" dt="2025-04-23T16:50:49.548" v="70"/>
          <ac:spMkLst>
            <pc:docMk/>
            <pc:sldMk cId="2585186392" sldId="260"/>
            <ac:spMk id="9" creationId="{78D04DF6-A6FF-4EC4-B8EF-E3E82615B42D}"/>
          </ac:spMkLst>
        </pc:spChg>
        <pc:spChg chg="mod">
          <ac:chgData name="Decanato de Teleeducación" userId="S::teleeducacion@espoch.edu.ec::db71bd79-00f4-4684-834c-40c274bc27fb" providerId="AD" clId="Web-{9F615909-BC18-E110-A719-1C09243E9ABE}" dt="2025-04-23T16:50:59.501" v="77" actId="1076"/>
          <ac:spMkLst>
            <pc:docMk/>
            <pc:sldMk cId="2585186392" sldId="260"/>
            <ac:spMk id="12" creationId="{FA4B3BBF-8511-459E-9535-0920AA981477}"/>
          </ac:spMkLst>
        </pc:spChg>
        <pc:spChg chg="del">
          <ac:chgData name="Decanato de Teleeducación" userId="S::teleeducacion@espoch.edu.ec::db71bd79-00f4-4684-834c-40c274bc27fb" providerId="AD" clId="Web-{9F615909-BC18-E110-A719-1C09243E9ABE}" dt="2025-04-23T16:50:49.548" v="68"/>
          <ac:spMkLst>
            <pc:docMk/>
            <pc:sldMk cId="2585186392" sldId="260"/>
            <ac:spMk id="13" creationId="{500D797C-B7D3-460B-8369-4472BD969DA6}"/>
          </ac:spMkLst>
        </pc:spChg>
        <pc:picChg chg="del">
          <ac:chgData name="Decanato de Teleeducación" userId="S::teleeducacion@espoch.edu.ec::db71bd79-00f4-4684-834c-40c274bc27fb" providerId="AD" clId="Web-{9F615909-BC18-E110-A719-1C09243E9ABE}" dt="2025-04-23T16:50:49.548" v="67"/>
          <ac:picMkLst>
            <pc:docMk/>
            <pc:sldMk cId="2585186392" sldId="260"/>
            <ac:picMk id="14" creationId="{B41E465E-04D1-4F95-BB47-47889C3A0BAF}"/>
          </ac:picMkLst>
        </pc:picChg>
        <pc:cxnChg chg="mod">
          <ac:chgData name="Decanato de Teleeducación" userId="S::teleeducacion@espoch.edu.ec::db71bd79-00f4-4684-834c-40c274bc27fb" providerId="AD" clId="Web-{9F615909-BC18-E110-A719-1C09243E9ABE}" dt="2025-04-23T16:50:59.501" v="76" actId="1076"/>
          <ac:cxnSpMkLst>
            <pc:docMk/>
            <pc:sldMk cId="2585186392" sldId="260"/>
            <ac:cxnSpMk id="10" creationId="{F2811A42-1361-484F-847D-792D35B50657}"/>
          </ac:cxnSpMkLst>
        </pc:cxnChg>
        <pc:cxnChg chg="del">
          <ac:chgData name="Decanato de Teleeducación" userId="S::teleeducacion@espoch.edu.ec::db71bd79-00f4-4684-834c-40c274bc27fb" providerId="AD" clId="Web-{9F615909-BC18-E110-A719-1C09243E9ABE}" dt="2025-04-23T16:50:49.548" v="69"/>
          <ac:cxnSpMkLst>
            <pc:docMk/>
            <pc:sldMk cId="2585186392" sldId="260"/>
            <ac:cxnSpMk id="11" creationId="{1874DC7F-A014-415C-942A-DB2DAA2D6283}"/>
          </ac:cxnSpMkLst>
        </pc:cxnChg>
      </pc:sldChg>
      <pc:sldChg chg="delSp modSp mod setBg">
        <pc:chgData name="Decanato de Teleeducación" userId="S::teleeducacion@espoch.edu.ec::db71bd79-00f4-4684-834c-40c274bc27fb" providerId="AD" clId="Web-{9F615909-BC18-E110-A719-1C09243E9ABE}" dt="2025-04-23T16:54:41.557" v="117" actId="1076"/>
        <pc:sldMkLst>
          <pc:docMk/>
          <pc:sldMk cId="4041821781" sldId="261"/>
        </pc:sldMkLst>
        <pc:spChg chg="mod">
          <ac:chgData name="Decanato de Teleeducación" userId="S::teleeducacion@espoch.edu.ec::db71bd79-00f4-4684-834c-40c274bc27fb" providerId="AD" clId="Web-{9F615909-BC18-E110-A719-1C09243E9ABE}" dt="2025-04-23T16:54:09.478" v="109" actId="1076"/>
          <ac:spMkLst>
            <pc:docMk/>
            <pc:sldMk cId="4041821781" sldId="261"/>
            <ac:spMk id="5" creationId="{3DB18E5C-2F55-447F-82D5-DE7F638B0586}"/>
          </ac:spMkLst>
        </pc:spChg>
        <pc:spChg chg="mod">
          <ac:chgData name="Decanato de Teleeducación" userId="S::teleeducacion@espoch.edu.ec::db71bd79-00f4-4684-834c-40c274bc27fb" providerId="AD" clId="Web-{9F615909-BC18-E110-A719-1C09243E9ABE}" dt="2025-04-23T16:54:41.557" v="117" actId="1076"/>
          <ac:spMkLst>
            <pc:docMk/>
            <pc:sldMk cId="4041821781" sldId="261"/>
            <ac:spMk id="8" creationId="{C22E30DA-C6D1-4042-8619-44EC058BE0B3}"/>
          </ac:spMkLst>
        </pc:spChg>
        <pc:spChg chg="del">
          <ac:chgData name="Decanato de Teleeducación" userId="S::teleeducacion@espoch.edu.ec::db71bd79-00f4-4684-834c-40c274bc27fb" providerId="AD" clId="Web-{9F615909-BC18-E110-A719-1C09243E9ABE}" dt="2025-04-23T16:53:50.696" v="100"/>
          <ac:spMkLst>
            <pc:docMk/>
            <pc:sldMk cId="4041821781" sldId="261"/>
            <ac:spMk id="9" creationId="{C18CCF7A-825C-461F-8750-D9DE910D1969}"/>
          </ac:spMkLst>
        </pc:spChg>
        <pc:spChg chg="mod">
          <ac:chgData name="Decanato de Teleeducación" userId="S::teleeducacion@espoch.edu.ec::db71bd79-00f4-4684-834c-40c274bc27fb" providerId="AD" clId="Web-{9F615909-BC18-E110-A719-1C09243E9ABE}" dt="2025-04-23T16:53:59.712" v="104" actId="1076"/>
          <ac:spMkLst>
            <pc:docMk/>
            <pc:sldMk cId="4041821781" sldId="261"/>
            <ac:spMk id="10" creationId="{D4C5542A-18A7-4FD4-B6A9-D730C8B405FC}"/>
          </ac:spMkLst>
        </pc:spChg>
        <pc:spChg chg="mod">
          <ac:chgData name="Decanato de Teleeducación" userId="S::teleeducacion@espoch.edu.ec::db71bd79-00f4-4684-834c-40c274bc27fb" providerId="AD" clId="Web-{9F615909-BC18-E110-A719-1C09243E9ABE}" dt="2025-04-23T16:53:59.712" v="105" actId="1076"/>
          <ac:spMkLst>
            <pc:docMk/>
            <pc:sldMk cId="4041821781" sldId="261"/>
            <ac:spMk id="11" creationId="{91F4519F-E502-49DB-9A9A-C93C90434652}"/>
          </ac:spMkLst>
        </pc:spChg>
        <pc:spChg chg="mod">
          <ac:chgData name="Decanato de Teleeducación" userId="S::teleeducacion@espoch.edu.ec::db71bd79-00f4-4684-834c-40c274bc27fb" providerId="AD" clId="Web-{9F615909-BC18-E110-A719-1C09243E9ABE}" dt="2025-04-23T16:54:28.213" v="115" actId="14100"/>
          <ac:spMkLst>
            <pc:docMk/>
            <pc:sldMk cId="4041821781" sldId="261"/>
            <ac:spMk id="12" creationId="{F99337E1-2973-41B5-9CC2-68A02F3A3883}"/>
          </ac:spMkLst>
        </pc:spChg>
        <pc:spChg chg="del">
          <ac:chgData name="Decanato de Teleeducación" userId="S::teleeducacion@espoch.edu.ec::db71bd79-00f4-4684-834c-40c274bc27fb" providerId="AD" clId="Web-{9F615909-BC18-E110-A719-1C09243E9ABE}" dt="2025-04-23T16:53:50.696" v="99"/>
          <ac:spMkLst>
            <pc:docMk/>
            <pc:sldMk cId="4041821781" sldId="261"/>
            <ac:spMk id="13" creationId="{78D04DF6-A6FF-4EC4-B8EF-E3E82615B42D}"/>
          </ac:spMkLst>
        </pc:spChg>
        <pc:spChg chg="mod">
          <ac:chgData name="Decanato de Teleeducación" userId="S::teleeducacion@espoch.edu.ec::db71bd79-00f4-4684-834c-40c274bc27fb" providerId="AD" clId="Web-{9F615909-BC18-E110-A719-1C09243E9ABE}" dt="2025-04-23T16:53:59.759" v="108" actId="1076"/>
          <ac:spMkLst>
            <pc:docMk/>
            <pc:sldMk cId="4041821781" sldId="261"/>
            <ac:spMk id="16" creationId="{FA4B3BBF-8511-459E-9535-0920AA981477}"/>
          </ac:spMkLst>
        </pc:spChg>
        <pc:spChg chg="del">
          <ac:chgData name="Decanato de Teleeducación" userId="S::teleeducacion@espoch.edu.ec::db71bd79-00f4-4684-834c-40c274bc27fb" providerId="AD" clId="Web-{9F615909-BC18-E110-A719-1C09243E9ABE}" dt="2025-04-23T16:53:50.696" v="97"/>
          <ac:spMkLst>
            <pc:docMk/>
            <pc:sldMk cId="4041821781" sldId="261"/>
            <ac:spMk id="17" creationId="{500D797C-B7D3-460B-8369-4472BD969DA6}"/>
          </ac:spMkLst>
        </pc:spChg>
        <pc:picChg chg="mod">
          <ac:chgData name="Decanato de Teleeducación" userId="S::teleeducacion@espoch.edu.ec::db71bd79-00f4-4684-834c-40c274bc27fb" providerId="AD" clId="Web-{9F615909-BC18-E110-A719-1C09243E9ABE}" dt="2025-04-23T16:54:34.323" v="116" actId="1076"/>
          <ac:picMkLst>
            <pc:docMk/>
            <pc:sldMk cId="4041821781" sldId="261"/>
            <ac:picMk id="3" creationId="{E157D502-086E-4B22-988E-9904E1B11360}"/>
          </ac:picMkLst>
        </pc:picChg>
        <pc:picChg chg="del">
          <ac:chgData name="Decanato de Teleeducación" userId="S::teleeducacion@espoch.edu.ec::db71bd79-00f4-4684-834c-40c274bc27fb" providerId="AD" clId="Web-{9F615909-BC18-E110-A719-1C09243E9ABE}" dt="2025-04-23T16:53:50.696" v="96"/>
          <ac:picMkLst>
            <pc:docMk/>
            <pc:sldMk cId="4041821781" sldId="261"/>
            <ac:picMk id="18" creationId="{3496E72B-7593-4ECB-A495-E90EE6DCB5FA}"/>
          </ac:picMkLst>
        </pc:picChg>
        <pc:cxnChg chg="mod">
          <ac:chgData name="Decanato de Teleeducación" userId="S::teleeducacion@espoch.edu.ec::db71bd79-00f4-4684-834c-40c274bc27fb" providerId="AD" clId="Web-{9F615909-BC18-E110-A719-1C09243E9ABE}" dt="2025-04-23T16:53:59.727" v="107" actId="1076"/>
          <ac:cxnSpMkLst>
            <pc:docMk/>
            <pc:sldMk cId="4041821781" sldId="261"/>
            <ac:cxnSpMk id="14" creationId="{F2811A42-1361-484F-847D-792D35B50657}"/>
          </ac:cxnSpMkLst>
        </pc:cxnChg>
        <pc:cxnChg chg="del">
          <ac:chgData name="Decanato de Teleeducación" userId="S::teleeducacion@espoch.edu.ec::db71bd79-00f4-4684-834c-40c274bc27fb" providerId="AD" clId="Web-{9F615909-BC18-E110-A719-1C09243E9ABE}" dt="2025-04-23T16:53:50.696" v="98"/>
          <ac:cxnSpMkLst>
            <pc:docMk/>
            <pc:sldMk cId="4041821781" sldId="261"/>
            <ac:cxnSpMk id="15" creationId="{1874DC7F-A014-415C-942A-DB2DAA2D6283}"/>
          </ac:cxnSpMkLst>
        </pc:cxnChg>
      </pc:sldChg>
      <pc:sldChg chg="delSp modSp mod setBg">
        <pc:chgData name="Decanato de Teleeducación" userId="S::teleeducacion@espoch.edu.ec::db71bd79-00f4-4684-834c-40c274bc27fb" providerId="AD" clId="Web-{9F615909-BC18-E110-A719-1C09243E9ABE}" dt="2025-04-23T16:55:28.309" v="134" actId="14100"/>
        <pc:sldMkLst>
          <pc:docMk/>
          <pc:sldMk cId="1232232214" sldId="262"/>
        </pc:sldMkLst>
        <pc:spChg chg="mod">
          <ac:chgData name="Decanato de Teleeducación" userId="S::teleeducacion@espoch.edu.ec::db71bd79-00f4-4684-834c-40c274bc27fb" providerId="AD" clId="Web-{9F615909-BC18-E110-A719-1C09243E9ABE}" dt="2025-04-23T16:55:23.637" v="131" actId="1076"/>
          <ac:spMkLst>
            <pc:docMk/>
            <pc:sldMk cId="1232232214" sldId="262"/>
            <ac:spMk id="5" creationId="{3DB18E5C-2F55-447F-82D5-DE7F638B0586}"/>
          </ac:spMkLst>
        </pc:spChg>
        <pc:spChg chg="mod">
          <ac:chgData name="Decanato de Teleeducación" userId="S::teleeducacion@espoch.edu.ec::db71bd79-00f4-4684-834c-40c274bc27fb" providerId="AD" clId="Web-{9F615909-BC18-E110-A719-1C09243E9ABE}" dt="2025-04-23T16:55:28.309" v="134" actId="14100"/>
          <ac:spMkLst>
            <pc:docMk/>
            <pc:sldMk cId="1232232214" sldId="262"/>
            <ac:spMk id="7" creationId="{F99337E1-2973-41B5-9CC2-68A02F3A3883}"/>
          </ac:spMkLst>
        </pc:spChg>
        <pc:spChg chg="del">
          <ac:chgData name="Decanato de Teleeducación" userId="S::teleeducacion@espoch.edu.ec::db71bd79-00f4-4684-834c-40c274bc27fb" providerId="AD" clId="Web-{9F615909-BC18-E110-A719-1C09243E9ABE}" dt="2025-04-23T16:55:09.355" v="123"/>
          <ac:spMkLst>
            <pc:docMk/>
            <pc:sldMk cId="1232232214" sldId="262"/>
            <ac:spMk id="8" creationId="{A6AE55E1-42E0-4548-9242-6D7835561F50}"/>
          </ac:spMkLst>
        </pc:spChg>
        <pc:spChg chg="mod">
          <ac:chgData name="Decanato de Teleeducación" userId="S::teleeducacion@espoch.edu.ec::db71bd79-00f4-4684-834c-40c274bc27fb" providerId="AD" clId="Web-{9F615909-BC18-E110-A719-1C09243E9ABE}" dt="2025-04-23T16:55:16.996" v="126" actId="1076"/>
          <ac:spMkLst>
            <pc:docMk/>
            <pc:sldMk cId="1232232214" sldId="262"/>
            <ac:spMk id="9" creationId="{DEE67A09-48F0-41CF-B470-FFD4011C25E8}"/>
          </ac:spMkLst>
        </pc:spChg>
        <pc:spChg chg="mod">
          <ac:chgData name="Decanato de Teleeducación" userId="S::teleeducacion@espoch.edu.ec::db71bd79-00f4-4684-834c-40c274bc27fb" providerId="AD" clId="Web-{9F615909-BC18-E110-A719-1C09243E9ABE}" dt="2025-04-23T16:55:17.027" v="127" actId="1076"/>
          <ac:spMkLst>
            <pc:docMk/>
            <pc:sldMk cId="1232232214" sldId="262"/>
            <ac:spMk id="11" creationId="{007293E2-6BE3-4B3F-85CB-8823DD05F348}"/>
          </ac:spMkLst>
        </pc:spChg>
        <pc:spChg chg="del">
          <ac:chgData name="Decanato de Teleeducación" userId="S::teleeducacion@espoch.edu.ec::db71bd79-00f4-4684-834c-40c274bc27fb" providerId="AD" clId="Web-{9F615909-BC18-E110-A719-1C09243E9ABE}" dt="2025-04-23T16:55:09.355" v="122"/>
          <ac:spMkLst>
            <pc:docMk/>
            <pc:sldMk cId="1232232214" sldId="262"/>
            <ac:spMk id="12" creationId="{78D04DF6-A6FF-4EC4-B8EF-E3E82615B42D}"/>
          </ac:spMkLst>
        </pc:spChg>
        <pc:spChg chg="mod">
          <ac:chgData name="Decanato de Teleeducación" userId="S::teleeducacion@espoch.edu.ec::db71bd79-00f4-4684-834c-40c274bc27fb" providerId="AD" clId="Web-{9F615909-BC18-E110-A719-1C09243E9ABE}" dt="2025-04-23T16:55:17.059" v="130" actId="1076"/>
          <ac:spMkLst>
            <pc:docMk/>
            <pc:sldMk cId="1232232214" sldId="262"/>
            <ac:spMk id="15" creationId="{FA4B3BBF-8511-459E-9535-0920AA981477}"/>
          </ac:spMkLst>
        </pc:spChg>
        <pc:spChg chg="del">
          <ac:chgData name="Decanato de Teleeducación" userId="S::teleeducacion@espoch.edu.ec::db71bd79-00f4-4684-834c-40c274bc27fb" providerId="AD" clId="Web-{9F615909-BC18-E110-A719-1C09243E9ABE}" dt="2025-04-23T16:55:09.355" v="120"/>
          <ac:spMkLst>
            <pc:docMk/>
            <pc:sldMk cId="1232232214" sldId="262"/>
            <ac:spMk id="16" creationId="{500D797C-B7D3-460B-8369-4472BD969DA6}"/>
          </ac:spMkLst>
        </pc:spChg>
        <pc:graphicFrameChg chg="mod">
          <ac:chgData name="Decanato de Teleeducación" userId="S::teleeducacion@espoch.edu.ec::db71bd79-00f4-4684-834c-40c274bc27fb" providerId="AD" clId="Web-{9F615909-BC18-E110-A719-1C09243E9ABE}" dt="2025-04-23T16:55:23.700" v="132" actId="1076"/>
          <ac:graphicFrameMkLst>
            <pc:docMk/>
            <pc:sldMk cId="1232232214" sldId="262"/>
            <ac:graphicFrameMk id="10" creationId="{0D0E4987-864E-43B5-98F8-215EF63DEFF1}"/>
          </ac:graphicFrameMkLst>
        </pc:graphicFrameChg>
        <pc:picChg chg="del">
          <ac:chgData name="Decanato de Teleeducación" userId="S::teleeducacion@espoch.edu.ec::db71bd79-00f4-4684-834c-40c274bc27fb" providerId="AD" clId="Web-{9F615909-BC18-E110-A719-1C09243E9ABE}" dt="2025-04-23T16:55:09.355" v="119"/>
          <ac:picMkLst>
            <pc:docMk/>
            <pc:sldMk cId="1232232214" sldId="262"/>
            <ac:picMk id="17" creationId="{D23B192A-C640-4D50-BE77-E9CDFE0FAA4A}"/>
          </ac:picMkLst>
        </pc:picChg>
        <pc:cxnChg chg="mod">
          <ac:chgData name="Decanato de Teleeducación" userId="S::teleeducacion@espoch.edu.ec::db71bd79-00f4-4684-834c-40c274bc27fb" providerId="AD" clId="Web-{9F615909-BC18-E110-A719-1C09243E9ABE}" dt="2025-04-23T16:55:17.043" v="129" actId="1076"/>
          <ac:cxnSpMkLst>
            <pc:docMk/>
            <pc:sldMk cId="1232232214" sldId="262"/>
            <ac:cxnSpMk id="13" creationId="{F2811A42-1361-484F-847D-792D35B50657}"/>
          </ac:cxnSpMkLst>
        </pc:cxnChg>
        <pc:cxnChg chg="del">
          <ac:chgData name="Decanato de Teleeducación" userId="S::teleeducacion@espoch.edu.ec::db71bd79-00f4-4684-834c-40c274bc27fb" providerId="AD" clId="Web-{9F615909-BC18-E110-A719-1C09243E9ABE}" dt="2025-04-23T16:55:09.355" v="121"/>
          <ac:cxnSpMkLst>
            <pc:docMk/>
            <pc:sldMk cId="1232232214" sldId="262"/>
            <ac:cxnSpMk id="14" creationId="{1874DC7F-A014-415C-942A-DB2DAA2D6283}"/>
          </ac:cxnSpMkLst>
        </pc:cxnChg>
      </pc:sldChg>
      <pc:sldChg chg="delSp modSp mod setBg">
        <pc:chgData name="Decanato de Teleeducación" userId="S::teleeducacion@espoch.edu.ec::db71bd79-00f4-4684-834c-40c274bc27fb" providerId="AD" clId="Web-{9F615909-BC18-E110-A719-1C09243E9ABE}" dt="2025-04-23T16:56:10.951" v="151" actId="14100"/>
        <pc:sldMkLst>
          <pc:docMk/>
          <pc:sldMk cId="2038810892" sldId="263"/>
        </pc:sldMkLst>
        <pc:spChg chg="mod">
          <ac:chgData name="Decanato de Teleeducación" userId="S::teleeducacion@espoch.edu.ec::db71bd79-00f4-4684-834c-40c274bc27fb" providerId="AD" clId="Web-{9F615909-BC18-E110-A719-1C09243E9ABE}" dt="2025-04-23T16:56:05.529" v="148" actId="1076"/>
          <ac:spMkLst>
            <pc:docMk/>
            <pc:sldMk cId="2038810892" sldId="263"/>
            <ac:spMk id="5" creationId="{3DB18E5C-2F55-447F-82D5-DE7F638B0586}"/>
          </ac:spMkLst>
        </pc:spChg>
        <pc:spChg chg="mod">
          <ac:chgData name="Decanato de Teleeducación" userId="S::teleeducacion@espoch.edu.ec::db71bd79-00f4-4684-834c-40c274bc27fb" providerId="AD" clId="Web-{9F615909-BC18-E110-A719-1C09243E9ABE}" dt="2025-04-23T16:56:10.951" v="151" actId="14100"/>
          <ac:spMkLst>
            <pc:docMk/>
            <pc:sldMk cId="2038810892" sldId="263"/>
            <ac:spMk id="7" creationId="{F99337E1-2973-41B5-9CC2-68A02F3A3883}"/>
          </ac:spMkLst>
        </pc:spChg>
        <pc:spChg chg="del">
          <ac:chgData name="Decanato de Teleeducación" userId="S::teleeducacion@espoch.edu.ec::db71bd79-00f4-4684-834c-40c274bc27fb" providerId="AD" clId="Web-{9F615909-BC18-E110-A719-1C09243E9ABE}" dt="2025-04-23T16:55:54.920" v="140"/>
          <ac:spMkLst>
            <pc:docMk/>
            <pc:sldMk cId="2038810892" sldId="263"/>
            <ac:spMk id="8" creationId="{1BB527AC-02FC-4E18-B426-AB1BD282E9FC}"/>
          </ac:spMkLst>
        </pc:spChg>
        <pc:spChg chg="mod">
          <ac:chgData name="Decanato de Teleeducación" userId="S::teleeducacion@espoch.edu.ec::db71bd79-00f4-4684-834c-40c274bc27fb" providerId="AD" clId="Web-{9F615909-BC18-E110-A719-1C09243E9ABE}" dt="2025-04-23T16:56:00.154" v="143" actId="1076"/>
          <ac:spMkLst>
            <pc:docMk/>
            <pc:sldMk cId="2038810892" sldId="263"/>
            <ac:spMk id="9" creationId="{75091153-F334-4A61-BB9B-FF87564EDC6B}"/>
          </ac:spMkLst>
        </pc:spChg>
        <pc:spChg chg="mod">
          <ac:chgData name="Decanato de Teleeducación" userId="S::teleeducacion@espoch.edu.ec::db71bd79-00f4-4684-834c-40c274bc27fb" providerId="AD" clId="Web-{9F615909-BC18-E110-A719-1C09243E9ABE}" dt="2025-04-23T16:56:00.170" v="144" actId="1076"/>
          <ac:spMkLst>
            <pc:docMk/>
            <pc:sldMk cId="2038810892" sldId="263"/>
            <ac:spMk id="11" creationId="{52B12C3A-C0D4-4F71-9F08-8B27465AC90F}"/>
          </ac:spMkLst>
        </pc:spChg>
        <pc:spChg chg="del">
          <ac:chgData name="Decanato de Teleeducación" userId="S::teleeducacion@espoch.edu.ec::db71bd79-00f4-4684-834c-40c274bc27fb" providerId="AD" clId="Web-{9F615909-BC18-E110-A719-1C09243E9ABE}" dt="2025-04-23T16:55:54.920" v="139"/>
          <ac:spMkLst>
            <pc:docMk/>
            <pc:sldMk cId="2038810892" sldId="263"/>
            <ac:spMk id="12" creationId="{78D04DF6-A6FF-4EC4-B8EF-E3E82615B42D}"/>
          </ac:spMkLst>
        </pc:spChg>
        <pc:spChg chg="mod">
          <ac:chgData name="Decanato de Teleeducación" userId="S::teleeducacion@espoch.edu.ec::db71bd79-00f4-4684-834c-40c274bc27fb" providerId="AD" clId="Web-{9F615909-BC18-E110-A719-1C09243E9ABE}" dt="2025-04-23T16:56:00.201" v="147" actId="1076"/>
          <ac:spMkLst>
            <pc:docMk/>
            <pc:sldMk cId="2038810892" sldId="263"/>
            <ac:spMk id="15" creationId="{FA4B3BBF-8511-459E-9535-0920AA981477}"/>
          </ac:spMkLst>
        </pc:spChg>
        <pc:spChg chg="del">
          <ac:chgData name="Decanato de Teleeducación" userId="S::teleeducacion@espoch.edu.ec::db71bd79-00f4-4684-834c-40c274bc27fb" providerId="AD" clId="Web-{9F615909-BC18-E110-A719-1C09243E9ABE}" dt="2025-04-23T16:55:54.920" v="137"/>
          <ac:spMkLst>
            <pc:docMk/>
            <pc:sldMk cId="2038810892" sldId="263"/>
            <ac:spMk id="16" creationId="{500D797C-B7D3-460B-8369-4472BD969DA6}"/>
          </ac:spMkLst>
        </pc:spChg>
        <pc:graphicFrameChg chg="mod">
          <ac:chgData name="Decanato de Teleeducación" userId="S::teleeducacion@espoch.edu.ec::db71bd79-00f4-4684-834c-40c274bc27fb" providerId="AD" clId="Web-{9F615909-BC18-E110-A719-1C09243E9ABE}" dt="2025-04-23T16:56:05.576" v="149" actId="1076"/>
          <ac:graphicFrameMkLst>
            <pc:docMk/>
            <pc:sldMk cId="2038810892" sldId="263"/>
            <ac:graphicFrameMk id="10" creationId="{0D0E4987-864E-43B5-98F8-215EF63DEFF1}"/>
          </ac:graphicFrameMkLst>
        </pc:graphicFrameChg>
        <pc:picChg chg="del">
          <ac:chgData name="Decanato de Teleeducación" userId="S::teleeducacion@espoch.edu.ec::db71bd79-00f4-4684-834c-40c274bc27fb" providerId="AD" clId="Web-{9F615909-BC18-E110-A719-1C09243E9ABE}" dt="2025-04-23T16:55:54.920" v="136"/>
          <ac:picMkLst>
            <pc:docMk/>
            <pc:sldMk cId="2038810892" sldId="263"/>
            <ac:picMk id="17" creationId="{2E3169E3-592A-4978-85DE-3EA97CDECE5D}"/>
          </ac:picMkLst>
        </pc:picChg>
        <pc:cxnChg chg="mod">
          <ac:chgData name="Decanato de Teleeducación" userId="S::teleeducacion@espoch.edu.ec::db71bd79-00f4-4684-834c-40c274bc27fb" providerId="AD" clId="Web-{9F615909-BC18-E110-A719-1C09243E9ABE}" dt="2025-04-23T16:56:00.187" v="146" actId="1076"/>
          <ac:cxnSpMkLst>
            <pc:docMk/>
            <pc:sldMk cId="2038810892" sldId="263"/>
            <ac:cxnSpMk id="13" creationId="{F2811A42-1361-484F-847D-792D35B50657}"/>
          </ac:cxnSpMkLst>
        </pc:cxnChg>
        <pc:cxnChg chg="del">
          <ac:chgData name="Decanato de Teleeducación" userId="S::teleeducacion@espoch.edu.ec::db71bd79-00f4-4684-834c-40c274bc27fb" providerId="AD" clId="Web-{9F615909-BC18-E110-A719-1C09243E9ABE}" dt="2025-04-23T16:55:54.920" v="138"/>
          <ac:cxnSpMkLst>
            <pc:docMk/>
            <pc:sldMk cId="2038810892" sldId="263"/>
            <ac:cxnSpMk id="14" creationId="{1874DC7F-A014-415C-942A-DB2DAA2D6283}"/>
          </ac:cxnSpMkLst>
        </pc:cxnChg>
      </pc:sldChg>
      <pc:sldChg chg="delSp modSp mod setBg">
        <pc:chgData name="Decanato de Teleeducación" userId="S::teleeducacion@espoch.edu.ec::db71bd79-00f4-4684-834c-40c274bc27fb" providerId="AD" clId="Web-{9F615909-BC18-E110-A719-1C09243E9ABE}" dt="2025-04-23T16:56:51" v="168" actId="14100"/>
        <pc:sldMkLst>
          <pc:docMk/>
          <pc:sldMk cId="4048609188" sldId="264"/>
        </pc:sldMkLst>
        <pc:spChg chg="mod">
          <ac:chgData name="Decanato de Teleeducación" userId="S::teleeducacion@espoch.edu.ec::db71bd79-00f4-4684-834c-40c274bc27fb" providerId="AD" clId="Web-{9F615909-BC18-E110-A719-1C09243E9ABE}" dt="2025-04-23T16:56:44.704" v="165" actId="1076"/>
          <ac:spMkLst>
            <pc:docMk/>
            <pc:sldMk cId="4048609188" sldId="264"/>
            <ac:spMk id="5" creationId="{3DB18E5C-2F55-447F-82D5-DE7F638B0586}"/>
          </ac:spMkLst>
        </pc:spChg>
        <pc:spChg chg="mod">
          <ac:chgData name="Decanato de Teleeducación" userId="S::teleeducacion@espoch.edu.ec::db71bd79-00f4-4684-834c-40c274bc27fb" providerId="AD" clId="Web-{9F615909-BC18-E110-A719-1C09243E9ABE}" dt="2025-04-23T16:56:51" v="168" actId="14100"/>
          <ac:spMkLst>
            <pc:docMk/>
            <pc:sldMk cId="4048609188" sldId="264"/>
            <ac:spMk id="7" creationId="{F99337E1-2973-41B5-9CC2-68A02F3A3883}"/>
          </ac:spMkLst>
        </pc:spChg>
        <pc:spChg chg="del">
          <ac:chgData name="Decanato de Teleeducación" userId="S::teleeducacion@espoch.edu.ec::db71bd79-00f4-4684-834c-40c274bc27fb" providerId="AD" clId="Web-{9F615909-BC18-E110-A719-1C09243E9ABE}" dt="2025-04-23T16:56:27.280" v="157"/>
          <ac:spMkLst>
            <pc:docMk/>
            <pc:sldMk cId="4048609188" sldId="264"/>
            <ac:spMk id="8" creationId="{3162FB48-9E34-499A-9BAC-67EF5D71BA41}"/>
          </ac:spMkLst>
        </pc:spChg>
        <pc:spChg chg="mod">
          <ac:chgData name="Decanato de Teleeducación" userId="S::teleeducacion@espoch.edu.ec::db71bd79-00f4-4684-834c-40c274bc27fb" providerId="AD" clId="Web-{9F615909-BC18-E110-A719-1C09243E9ABE}" dt="2025-04-23T16:56:34.515" v="160" actId="1076"/>
          <ac:spMkLst>
            <pc:docMk/>
            <pc:sldMk cId="4048609188" sldId="264"/>
            <ac:spMk id="9" creationId="{4DC414AA-BE69-4BC8-AA07-5F39AA3F1309}"/>
          </ac:spMkLst>
        </pc:spChg>
        <pc:spChg chg="mod">
          <ac:chgData name="Decanato de Teleeducación" userId="S::teleeducacion@espoch.edu.ec::db71bd79-00f4-4684-834c-40c274bc27fb" providerId="AD" clId="Web-{9F615909-BC18-E110-A719-1C09243E9ABE}" dt="2025-04-23T16:56:34.562" v="161" actId="1076"/>
          <ac:spMkLst>
            <pc:docMk/>
            <pc:sldMk cId="4048609188" sldId="264"/>
            <ac:spMk id="10" creationId="{58B9CCDC-EE25-4438-8851-DE12C0BC6DF1}"/>
          </ac:spMkLst>
        </pc:spChg>
        <pc:spChg chg="del">
          <ac:chgData name="Decanato de Teleeducación" userId="S::teleeducacion@espoch.edu.ec::db71bd79-00f4-4684-834c-40c274bc27fb" providerId="AD" clId="Web-{9F615909-BC18-E110-A719-1C09243E9ABE}" dt="2025-04-23T16:56:27.280" v="156"/>
          <ac:spMkLst>
            <pc:docMk/>
            <pc:sldMk cId="4048609188" sldId="264"/>
            <ac:spMk id="11" creationId="{78D04DF6-A6FF-4EC4-B8EF-E3E82615B42D}"/>
          </ac:spMkLst>
        </pc:spChg>
        <pc:spChg chg="mod">
          <ac:chgData name="Decanato de Teleeducación" userId="S::teleeducacion@espoch.edu.ec::db71bd79-00f4-4684-834c-40c274bc27fb" providerId="AD" clId="Web-{9F615909-BC18-E110-A719-1C09243E9ABE}" dt="2025-04-23T16:56:34.656" v="164" actId="1076"/>
          <ac:spMkLst>
            <pc:docMk/>
            <pc:sldMk cId="4048609188" sldId="264"/>
            <ac:spMk id="14" creationId="{FA4B3BBF-8511-459E-9535-0920AA981477}"/>
          </ac:spMkLst>
        </pc:spChg>
        <pc:spChg chg="del">
          <ac:chgData name="Decanato de Teleeducación" userId="S::teleeducacion@espoch.edu.ec::db71bd79-00f4-4684-834c-40c274bc27fb" providerId="AD" clId="Web-{9F615909-BC18-E110-A719-1C09243E9ABE}" dt="2025-04-23T16:56:27.265" v="154"/>
          <ac:spMkLst>
            <pc:docMk/>
            <pc:sldMk cId="4048609188" sldId="264"/>
            <ac:spMk id="15" creationId="{500D797C-B7D3-460B-8369-4472BD969DA6}"/>
          </ac:spMkLst>
        </pc:spChg>
        <pc:graphicFrameChg chg="mod">
          <ac:chgData name="Decanato de Teleeducación" userId="S::teleeducacion@espoch.edu.ec::db71bd79-00f4-4684-834c-40c274bc27fb" providerId="AD" clId="Web-{9F615909-BC18-E110-A719-1C09243E9ABE}" dt="2025-04-23T16:56:44.750" v="166" actId="1076"/>
          <ac:graphicFrameMkLst>
            <pc:docMk/>
            <pc:sldMk cId="4048609188" sldId="264"/>
            <ac:graphicFrameMk id="2" creationId="{758A0498-15C0-45A8-9FC6-AB0ACAF63435}"/>
          </ac:graphicFrameMkLst>
        </pc:graphicFrameChg>
        <pc:picChg chg="del">
          <ac:chgData name="Decanato de Teleeducación" userId="S::teleeducacion@espoch.edu.ec::db71bd79-00f4-4684-834c-40c274bc27fb" providerId="AD" clId="Web-{9F615909-BC18-E110-A719-1C09243E9ABE}" dt="2025-04-23T16:56:27.265" v="153"/>
          <ac:picMkLst>
            <pc:docMk/>
            <pc:sldMk cId="4048609188" sldId="264"/>
            <ac:picMk id="16" creationId="{B51A1B38-D8B9-48A5-ABF2-EAA3339EB22E}"/>
          </ac:picMkLst>
        </pc:picChg>
        <pc:cxnChg chg="mod">
          <ac:chgData name="Decanato de Teleeducación" userId="S::teleeducacion@espoch.edu.ec::db71bd79-00f4-4684-834c-40c274bc27fb" providerId="AD" clId="Web-{9F615909-BC18-E110-A719-1C09243E9ABE}" dt="2025-04-23T16:56:34.625" v="163" actId="1076"/>
          <ac:cxnSpMkLst>
            <pc:docMk/>
            <pc:sldMk cId="4048609188" sldId="264"/>
            <ac:cxnSpMk id="12" creationId="{F2811A42-1361-484F-847D-792D35B50657}"/>
          </ac:cxnSpMkLst>
        </pc:cxnChg>
        <pc:cxnChg chg="del">
          <ac:chgData name="Decanato de Teleeducación" userId="S::teleeducacion@espoch.edu.ec::db71bd79-00f4-4684-834c-40c274bc27fb" providerId="AD" clId="Web-{9F615909-BC18-E110-A719-1C09243E9ABE}" dt="2025-04-23T16:56:27.265" v="155"/>
          <ac:cxnSpMkLst>
            <pc:docMk/>
            <pc:sldMk cId="4048609188" sldId="264"/>
            <ac:cxnSpMk id="13" creationId="{1874DC7F-A014-415C-942A-DB2DAA2D6283}"/>
          </ac:cxnSpMkLst>
        </pc:cxnChg>
      </pc:sldChg>
      <pc:sldChg chg="modSp mod setBg">
        <pc:chgData name="Decanato de Teleeducación" userId="S::teleeducacion@espoch.edu.ec::db71bd79-00f4-4684-834c-40c274bc27fb" providerId="AD" clId="Web-{9F615909-BC18-E110-A719-1C09243E9ABE}" dt="2025-04-23T17:20:00.697" v="187" actId="1076"/>
        <pc:sldMkLst>
          <pc:docMk/>
          <pc:sldMk cId="3537050179" sldId="265"/>
        </pc:sldMkLst>
        <pc:spChg chg="mod">
          <ac:chgData name="Decanato de Teleeducación" userId="S::teleeducacion@espoch.edu.ec::db71bd79-00f4-4684-834c-40c274bc27fb" providerId="AD" clId="Web-{9F615909-BC18-E110-A719-1C09243E9ABE}" dt="2025-04-23T17:19:54.619" v="186" actId="1076"/>
          <ac:spMkLst>
            <pc:docMk/>
            <pc:sldMk cId="3537050179" sldId="265"/>
            <ac:spMk id="4" creationId="{2EE09106-BB08-4AC9-8236-8EFC42FE1F9B}"/>
          </ac:spMkLst>
        </pc:spChg>
        <pc:spChg chg="mod">
          <ac:chgData name="Decanato de Teleeducación" userId="S::teleeducacion@espoch.edu.ec::db71bd79-00f4-4684-834c-40c274bc27fb" providerId="AD" clId="Web-{9F615909-BC18-E110-A719-1C09243E9ABE}" dt="2025-04-23T17:20:00.697" v="187" actId="1076"/>
          <ac:spMkLst>
            <pc:docMk/>
            <pc:sldMk cId="3537050179" sldId="265"/>
            <ac:spMk id="5" creationId="{3DB18E5C-2F55-447F-82D5-DE7F638B0586}"/>
          </ac:spMkLst>
        </pc:spChg>
      </pc:sldChg>
      <pc:sldChg chg="new del mod ord setBg">
        <pc:chgData name="Decanato de Teleeducación" userId="S::teleeducacion@espoch.edu.ec::db71bd79-00f4-4684-834c-40c274bc27fb" providerId="AD" clId="Web-{9F615909-BC18-E110-A719-1C09243E9ABE}" dt="2025-04-23T16:47:22.883" v="33"/>
        <pc:sldMkLst>
          <pc:docMk/>
          <pc:sldMk cId="4160868535" sldId="266"/>
        </pc:sldMkLst>
      </pc:sldChg>
      <pc:sldMasterChg chg="mod setBg modSldLayout">
        <pc:chgData name="Decanato de Teleeducación" userId="S::teleeducacion@espoch.edu.ec::db71bd79-00f4-4684-834c-40c274bc27fb" providerId="AD" clId="Web-{9F615909-BC18-E110-A719-1C09243E9ABE}" dt="2025-04-23T16:41:21.712" v="20"/>
        <pc:sldMasterMkLst>
          <pc:docMk/>
          <pc:sldMasterMk cId="2947064419" sldId="2147483648"/>
        </pc:sldMasterMkLst>
        <pc:sldLayoutChg chg="mod">
          <pc:chgData name="Decanato de Teleeducación" userId="S::teleeducacion@espoch.edu.ec::db71bd79-00f4-4684-834c-40c274bc27fb" providerId="AD" clId="Web-{9F615909-BC18-E110-A719-1C09243E9ABE}" dt="2025-04-23T16:41:21.712" v="20"/>
          <pc:sldLayoutMkLst>
            <pc:docMk/>
            <pc:sldMasterMk cId="2947064419" sldId="2147483648"/>
            <pc:sldLayoutMk cId="679244206" sldId="2147483649"/>
          </pc:sldLayoutMkLst>
        </pc:sldLayoutChg>
        <pc:sldLayoutChg chg="mod">
          <pc:chgData name="Decanato de Teleeducación" userId="S::teleeducacion@espoch.edu.ec::db71bd79-00f4-4684-834c-40c274bc27fb" providerId="AD" clId="Web-{9F615909-BC18-E110-A719-1C09243E9ABE}" dt="2025-04-23T16:41:21.712" v="20"/>
          <pc:sldLayoutMkLst>
            <pc:docMk/>
            <pc:sldMasterMk cId="2947064419" sldId="2147483648"/>
            <pc:sldLayoutMk cId="57167653" sldId="2147483650"/>
          </pc:sldLayoutMkLst>
        </pc:sldLayoutChg>
        <pc:sldLayoutChg chg="mod">
          <pc:chgData name="Decanato de Teleeducación" userId="S::teleeducacion@espoch.edu.ec::db71bd79-00f4-4684-834c-40c274bc27fb" providerId="AD" clId="Web-{9F615909-BC18-E110-A719-1C09243E9ABE}" dt="2025-04-23T16:41:21.712" v="20"/>
          <pc:sldLayoutMkLst>
            <pc:docMk/>
            <pc:sldMasterMk cId="2947064419" sldId="2147483648"/>
            <pc:sldLayoutMk cId="971117578" sldId="2147483651"/>
          </pc:sldLayoutMkLst>
        </pc:sldLayoutChg>
        <pc:sldLayoutChg chg="mod">
          <pc:chgData name="Decanato de Teleeducación" userId="S::teleeducacion@espoch.edu.ec::db71bd79-00f4-4684-834c-40c274bc27fb" providerId="AD" clId="Web-{9F615909-BC18-E110-A719-1C09243E9ABE}" dt="2025-04-23T16:41:21.712" v="20"/>
          <pc:sldLayoutMkLst>
            <pc:docMk/>
            <pc:sldMasterMk cId="2947064419" sldId="2147483648"/>
            <pc:sldLayoutMk cId="1127595636" sldId="2147483652"/>
          </pc:sldLayoutMkLst>
        </pc:sldLayoutChg>
        <pc:sldLayoutChg chg="mod">
          <pc:chgData name="Decanato de Teleeducación" userId="S::teleeducacion@espoch.edu.ec::db71bd79-00f4-4684-834c-40c274bc27fb" providerId="AD" clId="Web-{9F615909-BC18-E110-A719-1C09243E9ABE}" dt="2025-04-23T16:41:21.712" v="20"/>
          <pc:sldLayoutMkLst>
            <pc:docMk/>
            <pc:sldMasterMk cId="2947064419" sldId="2147483648"/>
            <pc:sldLayoutMk cId="1753083328" sldId="2147483653"/>
          </pc:sldLayoutMkLst>
        </pc:sldLayoutChg>
        <pc:sldLayoutChg chg="mod">
          <pc:chgData name="Decanato de Teleeducación" userId="S::teleeducacion@espoch.edu.ec::db71bd79-00f4-4684-834c-40c274bc27fb" providerId="AD" clId="Web-{9F615909-BC18-E110-A719-1C09243E9ABE}" dt="2025-04-23T16:41:21.712" v="20"/>
          <pc:sldLayoutMkLst>
            <pc:docMk/>
            <pc:sldMasterMk cId="2947064419" sldId="2147483648"/>
            <pc:sldLayoutMk cId="1832625080" sldId="2147483654"/>
          </pc:sldLayoutMkLst>
        </pc:sldLayoutChg>
        <pc:sldLayoutChg chg="mod">
          <pc:chgData name="Decanato de Teleeducación" userId="S::teleeducacion@espoch.edu.ec::db71bd79-00f4-4684-834c-40c274bc27fb" providerId="AD" clId="Web-{9F615909-BC18-E110-A719-1C09243E9ABE}" dt="2025-04-23T16:41:21.712" v="20"/>
          <pc:sldLayoutMkLst>
            <pc:docMk/>
            <pc:sldMasterMk cId="2947064419" sldId="2147483648"/>
            <pc:sldLayoutMk cId="2980731569" sldId="2147483655"/>
          </pc:sldLayoutMkLst>
        </pc:sldLayoutChg>
        <pc:sldLayoutChg chg="mod">
          <pc:chgData name="Decanato de Teleeducación" userId="S::teleeducacion@espoch.edu.ec::db71bd79-00f4-4684-834c-40c274bc27fb" providerId="AD" clId="Web-{9F615909-BC18-E110-A719-1C09243E9ABE}" dt="2025-04-23T16:41:21.712" v="20"/>
          <pc:sldLayoutMkLst>
            <pc:docMk/>
            <pc:sldMasterMk cId="2947064419" sldId="2147483648"/>
            <pc:sldLayoutMk cId="1111323055" sldId="2147483656"/>
          </pc:sldLayoutMkLst>
        </pc:sldLayoutChg>
        <pc:sldLayoutChg chg="mod">
          <pc:chgData name="Decanato de Teleeducación" userId="S::teleeducacion@espoch.edu.ec::db71bd79-00f4-4684-834c-40c274bc27fb" providerId="AD" clId="Web-{9F615909-BC18-E110-A719-1C09243E9ABE}" dt="2025-04-23T16:41:21.712" v="20"/>
          <pc:sldLayoutMkLst>
            <pc:docMk/>
            <pc:sldMasterMk cId="2947064419" sldId="2147483648"/>
            <pc:sldLayoutMk cId="3984877182" sldId="2147483657"/>
          </pc:sldLayoutMkLst>
        </pc:sldLayoutChg>
        <pc:sldLayoutChg chg="mod">
          <pc:chgData name="Decanato de Teleeducación" userId="S::teleeducacion@espoch.edu.ec::db71bd79-00f4-4684-834c-40c274bc27fb" providerId="AD" clId="Web-{9F615909-BC18-E110-A719-1C09243E9ABE}" dt="2025-04-23T16:41:21.712" v="20"/>
          <pc:sldLayoutMkLst>
            <pc:docMk/>
            <pc:sldMasterMk cId="2947064419" sldId="2147483648"/>
            <pc:sldLayoutMk cId="4176122975" sldId="2147483658"/>
          </pc:sldLayoutMkLst>
        </pc:sldLayoutChg>
        <pc:sldLayoutChg chg="mod">
          <pc:chgData name="Decanato de Teleeducación" userId="S::teleeducacion@espoch.edu.ec::db71bd79-00f4-4684-834c-40c274bc27fb" providerId="AD" clId="Web-{9F615909-BC18-E110-A719-1C09243E9ABE}" dt="2025-04-23T16:41:21.712" v="20"/>
          <pc:sldLayoutMkLst>
            <pc:docMk/>
            <pc:sldMasterMk cId="2947064419" sldId="2147483648"/>
            <pc:sldLayoutMk cId="3134650219" sldId="2147483659"/>
          </pc:sldLayoutMkLst>
        </pc:sldLayoutChg>
      </pc:sldMasterChg>
    </pc:docChg>
  </pc:docChgLst>
  <pc:docChgLst>
    <pc:chgData name="HERMES DARIO SANCHEZ BERMEO" userId="S::hermes.sanchez@espoch.edu.ec::d519ad49-3af1-465e-9778-e421deb8071e" providerId="AD" clId="Web-{418C136E-E6B9-E714-BB39-CBAE8310C02B}"/>
    <pc:docChg chg="modSld">
      <pc:chgData name="HERMES DARIO SANCHEZ BERMEO" userId="S::hermes.sanchez@espoch.edu.ec::d519ad49-3af1-465e-9778-e421deb8071e" providerId="AD" clId="Web-{418C136E-E6B9-E714-BB39-CBAE8310C02B}" dt="2023-06-14T16:01:00.067" v="1" actId="20577"/>
      <pc:docMkLst>
        <pc:docMk/>
      </pc:docMkLst>
      <pc:sldChg chg="modSp">
        <pc:chgData name="HERMES DARIO SANCHEZ BERMEO" userId="S::hermes.sanchez@espoch.edu.ec::d519ad49-3af1-465e-9778-e421deb8071e" providerId="AD" clId="Web-{418C136E-E6B9-E714-BB39-CBAE8310C02B}" dt="2023-06-14T16:01:00.067" v="1" actId="20577"/>
        <pc:sldMkLst>
          <pc:docMk/>
          <pc:sldMk cId="2120982591" sldId="256"/>
        </pc:sldMkLst>
        <pc:spChg chg="mod">
          <ac:chgData name="HERMES DARIO SANCHEZ BERMEO" userId="S::hermes.sanchez@espoch.edu.ec::d519ad49-3af1-465e-9778-e421deb8071e" providerId="AD" clId="Web-{418C136E-E6B9-E714-BB39-CBAE8310C02B}" dt="2023-06-14T16:01:00.067" v="1" actId="20577"/>
          <ac:spMkLst>
            <pc:docMk/>
            <pc:sldMk cId="2120982591" sldId="256"/>
            <ac:spMk id="2" creationId="{750B8633-3C85-48AD-B0A1-21366EBC63B5}"/>
          </ac:spMkLst>
        </pc:spChg>
      </pc:sldChg>
    </pc:docChg>
  </pc:docChgLst>
  <pc:docChgLst>
    <pc:chgData name="HERMES DARIO SANCHEZ BERMEO" userId="S::hermes.sanchez@espoch.edu.ec::d519ad49-3af1-465e-9778-e421deb8071e" providerId="AD" clId="Web-{101EAB7C-D61A-4682-89C9-A6DD99A1335C}"/>
    <pc:docChg chg="modSld">
      <pc:chgData name="HERMES DARIO SANCHEZ BERMEO" userId="S::hermes.sanchez@espoch.edu.ec::d519ad49-3af1-465e-9778-e421deb8071e" providerId="AD" clId="Web-{101EAB7C-D61A-4682-89C9-A6DD99A1335C}" dt="2022-03-05T18:34:06.892" v="5" actId="20577"/>
      <pc:docMkLst>
        <pc:docMk/>
      </pc:docMkLst>
      <pc:sldChg chg="delSp modSp">
        <pc:chgData name="HERMES DARIO SANCHEZ BERMEO" userId="S::hermes.sanchez@espoch.edu.ec::d519ad49-3af1-465e-9778-e421deb8071e" providerId="AD" clId="Web-{101EAB7C-D61A-4682-89C9-A6DD99A1335C}" dt="2022-03-05T18:34:06.892" v="5" actId="20577"/>
        <pc:sldMkLst>
          <pc:docMk/>
          <pc:sldMk cId="2120982591" sldId="256"/>
        </pc:sldMkLst>
        <pc:spChg chg="mod">
          <ac:chgData name="HERMES DARIO SANCHEZ BERMEO" userId="S::hermes.sanchez@espoch.edu.ec::d519ad49-3af1-465e-9778-e421deb8071e" providerId="AD" clId="Web-{101EAB7C-D61A-4682-89C9-A6DD99A1335C}" dt="2022-03-05T18:34:06.892" v="5" actId="20577"/>
          <ac:spMkLst>
            <pc:docMk/>
            <pc:sldMk cId="2120982591" sldId="256"/>
            <ac:spMk id="2" creationId="{750B8633-3C85-48AD-B0A1-21366EBC63B5}"/>
          </ac:spMkLst>
        </pc:spChg>
        <pc:spChg chg="del mod">
          <ac:chgData name="HERMES DARIO SANCHEZ BERMEO" userId="S::hermes.sanchez@espoch.edu.ec::d519ad49-3af1-465e-9778-e421deb8071e" providerId="AD" clId="Web-{101EAB7C-D61A-4682-89C9-A6DD99A1335C}" dt="2022-03-05T18:33:54.907" v="1"/>
          <ac:spMkLst>
            <pc:docMk/>
            <pc:sldMk cId="2120982591" sldId="256"/>
            <ac:spMk id="4" creationId="{E655E748-50C0-4891-9479-C43956EBC5B2}"/>
          </ac:spMkLst>
        </pc:spChg>
      </pc:sldChg>
    </pc:docChg>
  </pc:docChgLst>
  <pc:docChgLst>
    <pc:chgData name="HERMES DARIO SANCHEZ BERMEO" userId="S::hermes.sanchez@espoch.edu.ec::d519ad49-3af1-465e-9778-e421deb8071e" providerId="AD" clId="Web-{DD11CCAB-B56C-4C4A-A1D3-2A4111CD84DB}"/>
    <pc:docChg chg="modSld">
      <pc:chgData name="HERMES DARIO SANCHEZ BERMEO" userId="S::hermes.sanchez@espoch.edu.ec::d519ad49-3af1-465e-9778-e421deb8071e" providerId="AD" clId="Web-{DD11CCAB-B56C-4C4A-A1D3-2A4111CD84DB}" dt="2023-06-14T16:01:16.483" v="2" actId="20577"/>
      <pc:docMkLst>
        <pc:docMk/>
      </pc:docMkLst>
      <pc:sldChg chg="modSp">
        <pc:chgData name="HERMES DARIO SANCHEZ BERMEO" userId="S::hermes.sanchez@espoch.edu.ec::d519ad49-3af1-465e-9778-e421deb8071e" providerId="AD" clId="Web-{DD11CCAB-B56C-4C4A-A1D3-2A4111CD84DB}" dt="2023-06-14T16:01:16.483" v="2" actId="20577"/>
        <pc:sldMkLst>
          <pc:docMk/>
          <pc:sldMk cId="2120982591" sldId="256"/>
        </pc:sldMkLst>
        <pc:spChg chg="mod">
          <ac:chgData name="HERMES DARIO SANCHEZ BERMEO" userId="S::hermes.sanchez@espoch.edu.ec::d519ad49-3af1-465e-9778-e421deb8071e" providerId="AD" clId="Web-{DD11CCAB-B56C-4C4A-A1D3-2A4111CD84DB}" dt="2023-06-14T16:01:16.483" v="2" actId="20577"/>
          <ac:spMkLst>
            <pc:docMk/>
            <pc:sldMk cId="2120982591" sldId="256"/>
            <ac:spMk id="2" creationId="{750B8633-3C85-48AD-B0A1-21366EBC63B5}"/>
          </ac:spMkLst>
        </pc:spChg>
      </pc:sldChg>
    </pc:docChg>
  </pc:docChgLst>
  <pc:docChgLst>
    <pc:chgData name="HERMES DARIO SANCHEZ BERMEO" userId="S::hermes.sanchez@espoch.edu.ec::d519ad49-3af1-465e-9778-e421deb8071e" providerId="AD" clId="Web-{0C2EE7F3-456B-4CBA-928B-BDD6F653FEFE}"/>
    <pc:docChg chg="modSld">
      <pc:chgData name="HERMES DARIO SANCHEZ BERMEO" userId="S::hermes.sanchez@espoch.edu.ec::d519ad49-3af1-465e-9778-e421deb8071e" providerId="AD" clId="Web-{0C2EE7F3-456B-4CBA-928B-BDD6F653FEFE}" dt="2025-04-23T14:59:37.055" v="4"/>
      <pc:docMkLst>
        <pc:docMk/>
      </pc:docMkLst>
      <pc:sldChg chg="delSp">
        <pc:chgData name="HERMES DARIO SANCHEZ BERMEO" userId="S::hermes.sanchez@espoch.edu.ec::d519ad49-3af1-465e-9778-e421deb8071e" providerId="AD" clId="Web-{0C2EE7F3-456B-4CBA-928B-BDD6F653FEFE}" dt="2025-04-23T14:59:37.055" v="4"/>
        <pc:sldMkLst>
          <pc:docMk/>
          <pc:sldMk cId="3781688769" sldId="257"/>
        </pc:sldMkLst>
        <pc:spChg chg="del">
          <ac:chgData name="HERMES DARIO SANCHEZ BERMEO" userId="S::hermes.sanchez@espoch.edu.ec::d519ad49-3af1-465e-9778-e421deb8071e" providerId="AD" clId="Web-{0C2EE7F3-456B-4CBA-928B-BDD6F653FEFE}" dt="2025-04-23T14:59:37.055" v="4"/>
          <ac:spMkLst>
            <pc:docMk/>
            <pc:sldMk cId="3781688769" sldId="257"/>
            <ac:spMk id="7" creationId="{6C781227-AEBF-440C-9DF2-EF5ECBE06CBD}"/>
          </ac:spMkLst>
        </pc:spChg>
        <pc:spChg chg="del">
          <ac:chgData name="HERMES DARIO SANCHEZ BERMEO" userId="S::hermes.sanchez@espoch.edu.ec::d519ad49-3af1-465e-9778-e421deb8071e" providerId="AD" clId="Web-{0C2EE7F3-456B-4CBA-928B-BDD6F653FEFE}" dt="2025-04-23T14:59:32.664" v="3"/>
          <ac:spMkLst>
            <pc:docMk/>
            <pc:sldMk cId="3781688769" sldId="257"/>
            <ac:spMk id="10" creationId="{78D04DF6-A6FF-4EC4-B8EF-E3E82615B42D}"/>
          </ac:spMkLst>
        </pc:spChg>
        <pc:spChg chg="del">
          <ac:chgData name="HERMES DARIO SANCHEZ BERMEO" userId="S::hermes.sanchez@espoch.edu.ec::d519ad49-3af1-465e-9778-e421deb8071e" providerId="AD" clId="Web-{0C2EE7F3-456B-4CBA-928B-BDD6F653FEFE}" dt="2025-04-23T14:59:32.664" v="1"/>
          <ac:spMkLst>
            <pc:docMk/>
            <pc:sldMk cId="3781688769" sldId="257"/>
            <ac:spMk id="14" creationId="{500D797C-B7D3-460B-8369-4472BD969DA6}"/>
          </ac:spMkLst>
        </pc:spChg>
        <pc:picChg chg="del">
          <ac:chgData name="HERMES DARIO SANCHEZ BERMEO" userId="S::hermes.sanchez@espoch.edu.ec::d519ad49-3af1-465e-9778-e421deb8071e" providerId="AD" clId="Web-{0C2EE7F3-456B-4CBA-928B-BDD6F653FEFE}" dt="2025-04-23T14:59:32.664" v="0"/>
          <ac:picMkLst>
            <pc:docMk/>
            <pc:sldMk cId="3781688769" sldId="257"/>
            <ac:picMk id="16" creationId="{7DA66444-BC55-4F6F-9787-A2B0A8E29D2B}"/>
          </ac:picMkLst>
        </pc:picChg>
        <pc:cxnChg chg="del">
          <ac:chgData name="HERMES DARIO SANCHEZ BERMEO" userId="S::hermes.sanchez@espoch.edu.ec::d519ad49-3af1-465e-9778-e421deb8071e" providerId="AD" clId="Web-{0C2EE7F3-456B-4CBA-928B-BDD6F653FEFE}" dt="2025-04-23T14:59:32.664" v="2"/>
          <ac:cxnSpMkLst>
            <pc:docMk/>
            <pc:sldMk cId="3781688769" sldId="257"/>
            <ac:cxnSpMk id="12" creationId="{1874DC7F-A014-415C-942A-DB2DAA2D6283}"/>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DD9507-D257-415F-8989-116742C80F3B}" type="datetimeFigureOut">
              <a:rPr lang="en-US" smtClean="0"/>
              <a:t>1/20/2026</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0EE509-E154-40CF-AF85-EEBDD265ACEC}" type="slidenum">
              <a:rPr lang="en-US" smtClean="0"/>
              <a:t>‹Nº›</a:t>
            </a:fld>
            <a:endParaRPr lang="en-US"/>
          </a:p>
        </p:txBody>
      </p:sp>
    </p:spTree>
    <p:extLst>
      <p:ext uri="{BB962C8B-B14F-4D97-AF65-F5344CB8AC3E}">
        <p14:creationId xmlns:p14="http://schemas.microsoft.com/office/powerpoint/2010/main" val="4062493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a:t>30 segundos (defensa)</a:t>
            </a:r>
          </a:p>
          <a:p>
            <a:r>
              <a:rPr lang="es-ES" dirty="0"/>
              <a:t>“La presente investigación se desarrolla en el área de Tecnologías de la Información y surge a partir de la necesidad de mejorar la gestión de bienes tecnológicos en la Unidad Educativa Francisco de Orellana.</a:t>
            </a:r>
          </a:p>
          <a:p>
            <a:r>
              <a:rPr lang="es-ES" dirty="0"/>
              <a:t>Actualmente, la institución utiliza registros manuales y archivos dispersos para controlar sus equipos, lo que genera inconsistencias, pérdida de información y dificulta conocer el estado, ubicación y responsable de cada bien.</a:t>
            </a:r>
          </a:p>
          <a:p>
            <a:r>
              <a:rPr lang="es-ES" dirty="0"/>
              <a:t>Esta situación afecta directamente la eficiencia administrativa y la toma de decisiones, por lo que el trabajo propone una solución tecnológica orientada a optimizar el control y la trazabilidad de los activos institucionales.”</a:t>
            </a:r>
          </a:p>
          <a:p>
            <a:endParaRPr lang="en-US" dirty="0"/>
          </a:p>
        </p:txBody>
      </p:sp>
      <p:sp>
        <p:nvSpPr>
          <p:cNvPr id="4" name="Marcador de número de diapositiva 3"/>
          <p:cNvSpPr>
            <a:spLocks noGrp="1"/>
          </p:cNvSpPr>
          <p:nvPr>
            <p:ph type="sldNum" sz="quarter" idx="5"/>
          </p:nvPr>
        </p:nvSpPr>
        <p:spPr/>
        <p:txBody>
          <a:bodyPr/>
          <a:lstStyle/>
          <a:p>
            <a:fld id="{970EE509-E154-40CF-AF85-EEBDD265ACEC}" type="slidenum">
              <a:rPr lang="en-US" smtClean="0"/>
              <a:t>2</a:t>
            </a:fld>
            <a:endParaRPr lang="en-US"/>
          </a:p>
        </p:txBody>
      </p:sp>
    </p:spTree>
    <p:extLst>
      <p:ext uri="{BB962C8B-B14F-4D97-AF65-F5344CB8AC3E}">
        <p14:creationId xmlns:p14="http://schemas.microsoft.com/office/powerpoint/2010/main" val="1664758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a:t>45 segundos (defensa)</a:t>
            </a:r>
          </a:p>
          <a:p>
            <a:r>
              <a:rPr lang="es-ES" dirty="0"/>
              <a:t>“Actualmente, la Unidad Educativa Francisco de Orellana presenta dificultades relacionadas con la gestión de sus bienes tecnológicos, debido a que el control se realiza mediante registros manuales en cuadernos y archivos digitales dispersos.</a:t>
            </a:r>
          </a:p>
          <a:p>
            <a:r>
              <a:rPr lang="es-ES" dirty="0"/>
              <a:t>Esta forma de trabajo provoca errores de transcripción, duplicidad de datos y pérdida de información, ya que no existe un sistema centralizado que permita llevar un seguimiento adecuado de los activos.</a:t>
            </a:r>
          </a:p>
          <a:p>
            <a:r>
              <a:rPr lang="es-ES" dirty="0"/>
              <a:t>Como consecuencia, la institución no puede conocer con precisión la ubicación, el estado ni el responsable de cada bien, lo que genera demoras en la atención de solicitudes internas y aumenta el riesgo de extravío o uso inadecuado de los equipos.</a:t>
            </a:r>
          </a:p>
          <a:p>
            <a:r>
              <a:rPr lang="es-ES" dirty="0"/>
              <a:t>Esta problemática afecta directamente al personal administrativo y docente encargado de la custodia de los bienes tecnológicos, limitando la eficiencia operativa y la toma de decisiones institucionales.”</a:t>
            </a:r>
          </a:p>
          <a:p>
            <a:endParaRPr lang="en-US" dirty="0"/>
          </a:p>
        </p:txBody>
      </p:sp>
      <p:sp>
        <p:nvSpPr>
          <p:cNvPr id="4" name="Marcador de número de diapositiva 3"/>
          <p:cNvSpPr>
            <a:spLocks noGrp="1"/>
          </p:cNvSpPr>
          <p:nvPr>
            <p:ph type="sldNum" sz="quarter" idx="5"/>
          </p:nvPr>
        </p:nvSpPr>
        <p:spPr/>
        <p:txBody>
          <a:bodyPr/>
          <a:lstStyle/>
          <a:p>
            <a:fld id="{970EE509-E154-40CF-AF85-EEBDD265ACEC}" type="slidenum">
              <a:rPr lang="en-US" smtClean="0"/>
              <a:t>3</a:t>
            </a:fld>
            <a:endParaRPr lang="en-US"/>
          </a:p>
        </p:txBody>
      </p:sp>
    </p:spTree>
    <p:extLst>
      <p:ext uri="{BB962C8B-B14F-4D97-AF65-F5344CB8AC3E}">
        <p14:creationId xmlns:p14="http://schemas.microsoft.com/office/powerpoint/2010/main" val="3333300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a:t>40 segundos (defensa)</a:t>
            </a:r>
          </a:p>
          <a:p>
            <a:r>
              <a:rPr lang="es-ES" dirty="0"/>
              <a:t>“Este trabajo se justifica porque permitirá mejorar la gestión de los bienes tecnológicos de la Unidad Educativa Francisco de Orellana, resolviendo las limitaciones del control manual actualmente utilizado.</a:t>
            </a:r>
          </a:p>
          <a:p>
            <a:r>
              <a:rPr lang="es-ES" dirty="0"/>
              <a:t>Desde el punto de vista académico, el proyecto aplica de forma práctica los conocimientos adquiridos en la carrera de Tecnologías de la Información, integrando análisis, diseño y desarrollo de una solución real.</a:t>
            </a:r>
          </a:p>
          <a:p>
            <a:r>
              <a:rPr lang="es-ES" dirty="0"/>
              <a:t>En el ámbito técnico, la investigación aporta una herramienta que centraliza la información, reduce errores de registro, mejora la trazabilidad y optimiza el control de los activos tecnológicos.</a:t>
            </a:r>
          </a:p>
          <a:p>
            <a:r>
              <a:rPr lang="es-ES" dirty="0"/>
              <a:t>Finalmente, a nivel institucional, el proyecto contribuye a fortalecer la eficiencia administrativa, mejorar la toma de decisiones y promover una gestión más transparente y ordenada de los recursos.”</a:t>
            </a:r>
          </a:p>
          <a:p>
            <a:endParaRPr lang="en-US" dirty="0"/>
          </a:p>
        </p:txBody>
      </p:sp>
      <p:sp>
        <p:nvSpPr>
          <p:cNvPr id="4" name="Marcador de número de diapositiva 3"/>
          <p:cNvSpPr>
            <a:spLocks noGrp="1"/>
          </p:cNvSpPr>
          <p:nvPr>
            <p:ph type="sldNum" sz="quarter" idx="5"/>
          </p:nvPr>
        </p:nvSpPr>
        <p:spPr/>
        <p:txBody>
          <a:bodyPr/>
          <a:lstStyle/>
          <a:p>
            <a:fld id="{970EE509-E154-40CF-AF85-EEBDD265ACEC}" type="slidenum">
              <a:rPr lang="en-US" smtClean="0"/>
              <a:t>4</a:t>
            </a:fld>
            <a:endParaRPr lang="en-US"/>
          </a:p>
        </p:txBody>
      </p:sp>
    </p:spTree>
    <p:extLst>
      <p:ext uri="{BB962C8B-B14F-4D97-AF65-F5344CB8AC3E}">
        <p14:creationId xmlns:p14="http://schemas.microsoft.com/office/powerpoint/2010/main" val="3313963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a:t>40 segundos</a:t>
            </a:r>
          </a:p>
          <a:p>
            <a:r>
              <a:rPr lang="es-ES" dirty="0"/>
              <a:t>“El objetivo general de la investigación es desarrollar una aplicación móvil para la gestión de bienes tecnológicos en la Unidad Educativa Francisco de Orellana, y para ello se plantearon los siguientes objetivos específicos.</a:t>
            </a:r>
          </a:p>
          <a:p>
            <a:r>
              <a:rPr lang="es-ES" dirty="0"/>
              <a:t>En primer lugar, se analizó el estado actual del proceso de gestión de bienes, con el fin de identificar limitaciones y brechas existentes.</a:t>
            </a:r>
          </a:p>
          <a:p>
            <a:r>
              <a:rPr lang="es-ES" dirty="0"/>
              <a:t>Posteriormente, se diseñó el modelo funcional que sirvió como base conceptual de la solución tecnológica.</a:t>
            </a:r>
          </a:p>
          <a:p>
            <a:r>
              <a:rPr lang="es-ES" dirty="0"/>
              <a:t>A continuación, se desarrolló la aplicación móvil orientada al control y la trazabilidad de los bienes tecnológicos.</a:t>
            </a:r>
          </a:p>
          <a:p>
            <a:r>
              <a:rPr lang="es-ES" dirty="0"/>
              <a:t>Finalmente, se evaluó la usabilidad y la percepción del sistema, con el propósito de medir su aceptación y utilidad en el entorno institucional.”</a:t>
            </a:r>
          </a:p>
          <a:p>
            <a:endParaRPr lang="en-US" dirty="0"/>
          </a:p>
        </p:txBody>
      </p:sp>
      <p:sp>
        <p:nvSpPr>
          <p:cNvPr id="4" name="Marcador de número de diapositiva 3"/>
          <p:cNvSpPr>
            <a:spLocks noGrp="1"/>
          </p:cNvSpPr>
          <p:nvPr>
            <p:ph type="sldNum" sz="quarter" idx="5"/>
          </p:nvPr>
        </p:nvSpPr>
        <p:spPr/>
        <p:txBody>
          <a:bodyPr/>
          <a:lstStyle/>
          <a:p>
            <a:fld id="{970EE509-E154-40CF-AF85-EEBDD265ACEC}" type="slidenum">
              <a:rPr lang="en-US" smtClean="0"/>
              <a:t>5</a:t>
            </a:fld>
            <a:endParaRPr lang="en-US"/>
          </a:p>
        </p:txBody>
      </p:sp>
    </p:spTree>
    <p:extLst>
      <p:ext uri="{BB962C8B-B14F-4D97-AF65-F5344CB8AC3E}">
        <p14:creationId xmlns:p14="http://schemas.microsoft.com/office/powerpoint/2010/main" val="360520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9D7D9-3B4B-1F34-7FFF-1B90657339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E3C17A-9139-3D60-231B-5798F9CF957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913A3F6-C427-32B7-7779-B3C1595A0764}"/>
              </a:ext>
            </a:extLst>
          </p:cNvPr>
          <p:cNvSpPr>
            <a:spLocks noGrp="1"/>
          </p:cNvSpPr>
          <p:nvPr>
            <p:ph type="body" idx="1"/>
          </p:nvPr>
        </p:nvSpPr>
        <p:spPr/>
        <p:txBody>
          <a:bodyPr/>
          <a:lstStyle/>
          <a:p>
            <a:r>
              <a:rPr lang="es-ES" b="1" dirty="0"/>
              <a:t>40 segundos</a:t>
            </a:r>
          </a:p>
          <a:p>
            <a:endParaRPr lang="es-ES" dirty="0"/>
          </a:p>
          <a:p>
            <a:r>
              <a:rPr lang="es-ES" dirty="0"/>
              <a:t>“Según diversos autores como Quimis Sánchez, Chacón y Estrada, y Álava Mero, se han desarrollado soluciones móviles para mejorar la gestión de inventarios, evidenciando reducción de errores, mejor control y acceso centralizado a la información.</a:t>
            </a:r>
            <a:br>
              <a:rPr lang="es-ES" dirty="0"/>
            </a:br>
            <a:r>
              <a:rPr lang="es-ES" dirty="0"/>
              <a:t>Sin embargo, la mayoría de estos estudios se aplican a empresas, comercios o contextos generales, y son limitados los trabajos orientados específicamente a instituciones educativas, especialmente en el contexto ecuatoriano.</a:t>
            </a:r>
            <a:br>
              <a:rPr lang="es-ES" dirty="0"/>
            </a:br>
            <a:r>
              <a:rPr lang="es-ES" dirty="0"/>
              <a:t>En este sentido, el presente trabajo se diferencia porque adapta estas experiencias previas a la realidad de la Unidad Educativa Francisco de Orellana, proponiendo una solución móvil enfocada en la gestión de bienes tecnológicos institucionales, cubriendo un vacío identificado en la literatura.”</a:t>
            </a:r>
          </a:p>
          <a:p>
            <a:endParaRPr lang="en-US" dirty="0"/>
          </a:p>
        </p:txBody>
      </p:sp>
      <p:sp>
        <p:nvSpPr>
          <p:cNvPr id="4" name="Marcador de número de diapositiva 3">
            <a:extLst>
              <a:ext uri="{FF2B5EF4-FFF2-40B4-BE49-F238E27FC236}">
                <a16:creationId xmlns:a16="http://schemas.microsoft.com/office/drawing/2014/main" id="{2B34A6F1-DB59-A429-3C3E-32A56007802C}"/>
              </a:ext>
            </a:extLst>
          </p:cNvPr>
          <p:cNvSpPr>
            <a:spLocks noGrp="1"/>
          </p:cNvSpPr>
          <p:nvPr>
            <p:ph type="sldNum" sz="quarter" idx="5"/>
          </p:nvPr>
        </p:nvSpPr>
        <p:spPr/>
        <p:txBody>
          <a:bodyPr/>
          <a:lstStyle/>
          <a:p>
            <a:fld id="{970EE509-E154-40CF-AF85-EEBDD265ACEC}" type="slidenum">
              <a:rPr lang="en-US" smtClean="0"/>
              <a:t>6</a:t>
            </a:fld>
            <a:endParaRPr lang="en-US"/>
          </a:p>
        </p:txBody>
      </p:sp>
    </p:spTree>
    <p:extLst>
      <p:ext uri="{BB962C8B-B14F-4D97-AF65-F5344CB8AC3E}">
        <p14:creationId xmlns:p14="http://schemas.microsoft.com/office/powerpoint/2010/main" val="1825374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a:t>30 segundos</a:t>
            </a:r>
          </a:p>
          <a:p>
            <a:r>
              <a:rPr lang="es-ES" dirty="0"/>
              <a:t>“La investigación se desarrolló bajo un enfoque mixto, combinando métodos cuantitativos y cualitativos, con el propósito de analizar la situación actual y evaluar la solución propuesta.</a:t>
            </a:r>
            <a:br>
              <a:rPr lang="es-ES" dirty="0"/>
            </a:br>
            <a:r>
              <a:rPr lang="es-ES" dirty="0"/>
              <a:t>Se aplicó una investigación de tipo aplicada y descriptiva, utilizando técnicas como la observación directa y encuestas al personal administrativo y docente de la institución.</a:t>
            </a:r>
            <a:br>
              <a:rPr lang="es-ES" dirty="0"/>
            </a:br>
            <a:r>
              <a:rPr lang="es-ES" dirty="0"/>
              <a:t>El desarrollo del proyecto se estructuró en cuatro fases: análisis de la situación actual, diseño de la solución, desarrollo de la aplicación móvil y evaluación de su usabilidad, lo que permitió cumplir los objetivos planteados.”</a:t>
            </a:r>
          </a:p>
          <a:p>
            <a:endParaRPr lang="es-ES" dirty="0"/>
          </a:p>
          <a:p>
            <a:r>
              <a:rPr lang="es-ES" dirty="0"/>
              <a:t>Esta tabla  2 muestra cómo cada objetivo específico se vincula directamente con una técnica, un instrumento y un resultado esperado. De esta manera, la metodología asegura coherencia entre lo que se quiere lograr, cómo se investiga y qué se obtiene en cada fase, permitiendo un desarrollo ordenado desde el diagnóstico inicial hasta la validación de la usabilidad del sistema.</a:t>
            </a:r>
            <a:endParaRPr lang="en-US" dirty="0"/>
          </a:p>
        </p:txBody>
      </p:sp>
      <p:sp>
        <p:nvSpPr>
          <p:cNvPr id="4" name="Marcador de número de diapositiva 3"/>
          <p:cNvSpPr>
            <a:spLocks noGrp="1"/>
          </p:cNvSpPr>
          <p:nvPr>
            <p:ph type="sldNum" sz="quarter" idx="5"/>
          </p:nvPr>
        </p:nvSpPr>
        <p:spPr/>
        <p:txBody>
          <a:bodyPr/>
          <a:lstStyle/>
          <a:p>
            <a:fld id="{970EE509-E154-40CF-AF85-EEBDD265ACEC}" type="slidenum">
              <a:rPr lang="en-US" smtClean="0"/>
              <a:t>7</a:t>
            </a:fld>
            <a:endParaRPr lang="en-US"/>
          </a:p>
        </p:txBody>
      </p:sp>
    </p:spTree>
    <p:extLst>
      <p:ext uri="{BB962C8B-B14F-4D97-AF65-F5344CB8AC3E}">
        <p14:creationId xmlns:p14="http://schemas.microsoft.com/office/powerpoint/2010/main" val="4212067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D08C9-ADBD-4F65-3496-65C524D748A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71B7B1A-8D26-13B6-A68D-5BD59DE0A5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C78F4F6-C623-6A49-ECA1-069571EA300F}"/>
              </a:ext>
            </a:extLst>
          </p:cNvPr>
          <p:cNvSpPr>
            <a:spLocks noGrp="1"/>
          </p:cNvSpPr>
          <p:nvPr>
            <p:ph type="body" idx="1"/>
          </p:nvPr>
        </p:nvSpPr>
        <p:spPr/>
        <p:txBody>
          <a:bodyPr/>
          <a:lstStyle/>
          <a:p>
            <a:r>
              <a:rPr lang="es-ES" dirty="0"/>
              <a:t>Esta figura muestra cómo se aplicó </a:t>
            </a:r>
            <a:r>
              <a:rPr lang="es-ES" b="1" dirty="0" err="1"/>
              <a:t>Scrumban</a:t>
            </a:r>
            <a:r>
              <a:rPr lang="es-ES" dirty="0"/>
              <a:t> durante el desarrollo del sistema, combinando </a:t>
            </a:r>
            <a:r>
              <a:rPr lang="es-ES" b="1" dirty="0"/>
              <a:t>planificación por </a:t>
            </a:r>
            <a:r>
              <a:rPr lang="es-ES" b="1" dirty="0" err="1"/>
              <a:t>sprints</a:t>
            </a:r>
            <a:r>
              <a:rPr lang="es-ES" dirty="0"/>
              <a:t> con </a:t>
            </a:r>
            <a:r>
              <a:rPr lang="es-ES" b="1" dirty="0"/>
              <a:t>control visual tipo Kanban</a:t>
            </a:r>
            <a:r>
              <a:rPr lang="es-ES" dirty="0"/>
              <a:t>.</a:t>
            </a:r>
            <a:br>
              <a:rPr lang="es-ES" dirty="0"/>
            </a:br>
            <a:r>
              <a:rPr lang="es-ES" dirty="0"/>
              <a:t>En la parte superior está el </a:t>
            </a:r>
            <a:r>
              <a:rPr lang="es-ES" b="1" dirty="0" err="1"/>
              <a:t>Product</a:t>
            </a:r>
            <a:r>
              <a:rPr lang="es-ES" b="1" dirty="0"/>
              <a:t> Backlog</a:t>
            </a:r>
            <a:r>
              <a:rPr lang="es-ES" dirty="0"/>
              <a:t>, donde se definieron las funcionalidades principales: </a:t>
            </a:r>
            <a:r>
              <a:rPr lang="es-ES" b="1" dirty="0" err="1"/>
              <a:t>login</a:t>
            </a:r>
            <a:r>
              <a:rPr lang="es-ES" dirty="0"/>
              <a:t>, </a:t>
            </a:r>
            <a:r>
              <a:rPr lang="es-ES" b="1" dirty="0"/>
              <a:t>registro de bienes</a:t>
            </a:r>
            <a:r>
              <a:rPr lang="es-ES" dirty="0"/>
              <a:t>, </a:t>
            </a:r>
            <a:r>
              <a:rPr lang="es-ES" b="1" dirty="0"/>
              <a:t>base de datos en </a:t>
            </a:r>
            <a:r>
              <a:rPr lang="es-ES" b="1" dirty="0" err="1"/>
              <a:t>Firebase</a:t>
            </a:r>
            <a:r>
              <a:rPr lang="es-ES" dirty="0"/>
              <a:t>, </a:t>
            </a:r>
            <a:r>
              <a:rPr lang="es-ES" b="1" dirty="0"/>
              <a:t>firmas digitales</a:t>
            </a:r>
            <a:r>
              <a:rPr lang="es-ES" dirty="0"/>
              <a:t> y </a:t>
            </a:r>
            <a:r>
              <a:rPr lang="es-ES" b="1" dirty="0"/>
              <a:t>generación de actas</a:t>
            </a:r>
            <a:r>
              <a:rPr lang="es-ES" dirty="0"/>
              <a:t>.</a:t>
            </a:r>
            <a:br>
              <a:rPr lang="es-ES" dirty="0"/>
            </a:br>
            <a:r>
              <a:rPr lang="es-ES" dirty="0"/>
              <a:t>Luego, esas tareas pasan al </a:t>
            </a:r>
            <a:r>
              <a:rPr lang="es-ES" b="1" dirty="0"/>
              <a:t>Sprint </a:t>
            </a:r>
            <a:r>
              <a:rPr lang="es-ES" b="1" dirty="0" err="1"/>
              <a:t>Planning</a:t>
            </a:r>
            <a:r>
              <a:rPr lang="es-ES" dirty="0"/>
              <a:t>, donde se priorizan y se planifica el trabajo en ciclos; aquí se indica un </a:t>
            </a:r>
            <a:r>
              <a:rPr lang="es-ES" b="1" dirty="0"/>
              <a:t>sprint de 2 semanas</a:t>
            </a:r>
            <a:r>
              <a:rPr lang="es-ES" dirty="0"/>
              <a:t>.</a:t>
            </a:r>
            <a:br>
              <a:rPr lang="es-ES" dirty="0"/>
            </a:br>
            <a:r>
              <a:rPr lang="es-ES" dirty="0"/>
              <a:t>A la izquierda se ve el </a:t>
            </a:r>
            <a:r>
              <a:rPr lang="es-ES" b="1" dirty="0"/>
              <a:t>Tablero Kanban</a:t>
            </a:r>
            <a:r>
              <a:rPr lang="es-ES" dirty="0"/>
              <a:t>, que permite controlar el avance: en </a:t>
            </a:r>
            <a:r>
              <a:rPr lang="es-ES" b="1" dirty="0" err="1"/>
              <a:t>To</a:t>
            </a:r>
            <a:r>
              <a:rPr lang="es-ES" b="1" dirty="0"/>
              <a:t> Do</a:t>
            </a:r>
            <a:r>
              <a:rPr lang="es-ES" dirty="0"/>
              <a:t> quedan tareas por hacer, en </a:t>
            </a:r>
            <a:r>
              <a:rPr lang="es-ES" b="1" dirty="0" err="1"/>
              <a:t>Doing</a:t>
            </a:r>
            <a:r>
              <a:rPr lang="es-ES" dirty="0"/>
              <a:t> las que están en proceso —por ejemplo la integración con </a:t>
            </a:r>
            <a:r>
              <a:rPr lang="es-ES" dirty="0" err="1"/>
              <a:t>Firebase</a:t>
            </a:r>
            <a:r>
              <a:rPr lang="es-ES" dirty="0"/>
              <a:t> Storage— y en </a:t>
            </a:r>
            <a:r>
              <a:rPr lang="es-ES" b="1" dirty="0"/>
              <a:t>Done</a:t>
            </a:r>
            <a:r>
              <a:rPr lang="es-ES" dirty="0"/>
              <a:t> las que ya se finalizaron, como el módulo de autenticación.</a:t>
            </a:r>
            <a:br>
              <a:rPr lang="es-ES" dirty="0"/>
            </a:br>
            <a:r>
              <a:rPr lang="es-ES" dirty="0"/>
              <a:t>Finalmente, cada incremento se valida con </a:t>
            </a:r>
            <a:r>
              <a:rPr lang="es-ES" b="1" dirty="0" err="1"/>
              <a:t>feedback</a:t>
            </a:r>
            <a:r>
              <a:rPr lang="es-ES" b="1" dirty="0"/>
              <a:t> del administrador</a:t>
            </a:r>
            <a:r>
              <a:rPr lang="es-ES" dirty="0"/>
              <a:t>, y el resultado es un </a:t>
            </a:r>
            <a:r>
              <a:rPr lang="es-ES" b="1" dirty="0"/>
              <a:t>incremento de software</a:t>
            </a:r>
            <a:r>
              <a:rPr lang="es-ES" dirty="0"/>
              <a:t> funcional, como la app lista para uso.”</a:t>
            </a:r>
            <a:endParaRPr lang="en-US" dirty="0"/>
          </a:p>
        </p:txBody>
      </p:sp>
      <p:sp>
        <p:nvSpPr>
          <p:cNvPr id="4" name="Marcador de número de diapositiva 3">
            <a:extLst>
              <a:ext uri="{FF2B5EF4-FFF2-40B4-BE49-F238E27FC236}">
                <a16:creationId xmlns:a16="http://schemas.microsoft.com/office/drawing/2014/main" id="{BC5A9090-2CDE-A02D-8297-2D6AB6750E2D}"/>
              </a:ext>
            </a:extLst>
          </p:cNvPr>
          <p:cNvSpPr>
            <a:spLocks noGrp="1"/>
          </p:cNvSpPr>
          <p:nvPr>
            <p:ph type="sldNum" sz="quarter" idx="5"/>
          </p:nvPr>
        </p:nvSpPr>
        <p:spPr/>
        <p:txBody>
          <a:bodyPr/>
          <a:lstStyle/>
          <a:p>
            <a:fld id="{970EE509-E154-40CF-AF85-EEBDD265ACEC}" type="slidenum">
              <a:rPr lang="en-US" smtClean="0"/>
              <a:t>8</a:t>
            </a:fld>
            <a:endParaRPr lang="en-US"/>
          </a:p>
        </p:txBody>
      </p:sp>
    </p:spTree>
    <p:extLst>
      <p:ext uri="{BB962C8B-B14F-4D97-AF65-F5344CB8AC3E}">
        <p14:creationId xmlns:p14="http://schemas.microsoft.com/office/powerpoint/2010/main" val="3213933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la ejecución del proyecto se utilizaron recursos humanos como los autores del trabajo y el personal administrativo y docente de la Unidad Educativa Francisco de Orellana, quienes participaron en la validación y evaluación del sistema.</a:t>
            </a:r>
          </a:p>
          <a:p>
            <a:r>
              <a:rPr lang="es-ES" dirty="0"/>
              <a:t>En cuanto a los recursos tecnológicos, se emplearon herramientas como Android Studio para el desarrollo, </a:t>
            </a:r>
            <a:r>
              <a:rPr lang="es-ES" dirty="0" err="1"/>
              <a:t>Jetpack</a:t>
            </a:r>
            <a:r>
              <a:rPr lang="es-ES" dirty="0"/>
              <a:t> </a:t>
            </a:r>
            <a:r>
              <a:rPr lang="es-ES" dirty="0" err="1"/>
              <a:t>Compose</a:t>
            </a:r>
            <a:r>
              <a:rPr lang="es-ES" dirty="0"/>
              <a:t> para la interfaz de usuario y </a:t>
            </a:r>
            <a:r>
              <a:rPr lang="es-ES" dirty="0" err="1"/>
              <a:t>Firebase</a:t>
            </a:r>
            <a:r>
              <a:rPr lang="es-ES" dirty="0"/>
              <a:t> como plataforma en la nube para la gestión de datos y autenticación.</a:t>
            </a:r>
          </a:p>
          <a:p>
            <a:r>
              <a:rPr lang="es-ES" dirty="0"/>
              <a:t>Además, se utilizaron recursos materiales básicos como equipos de cómputo, dispositivos móviles Android y la conectividad a Internet de la institución.</a:t>
            </a:r>
          </a:p>
          <a:p>
            <a:r>
              <a:rPr lang="es-ES" dirty="0"/>
              <a:t>Estos recursos garantizan la viabilidad técnica del proyecto, ya que corresponden a herramientas accesibles, de bajo costo y alineadas con la infraestructura existente.”</a:t>
            </a:r>
          </a:p>
          <a:p>
            <a:endParaRPr lang="en-US" dirty="0"/>
          </a:p>
        </p:txBody>
      </p:sp>
      <p:sp>
        <p:nvSpPr>
          <p:cNvPr id="4" name="Marcador de número de diapositiva 3"/>
          <p:cNvSpPr>
            <a:spLocks noGrp="1"/>
          </p:cNvSpPr>
          <p:nvPr>
            <p:ph type="sldNum" sz="quarter" idx="5"/>
          </p:nvPr>
        </p:nvSpPr>
        <p:spPr/>
        <p:txBody>
          <a:bodyPr/>
          <a:lstStyle/>
          <a:p>
            <a:fld id="{970EE509-E154-40CF-AF85-EEBDD265ACEC}" type="slidenum">
              <a:rPr lang="en-US" smtClean="0"/>
              <a:t>9</a:t>
            </a:fld>
            <a:endParaRPr lang="en-US"/>
          </a:p>
        </p:txBody>
      </p:sp>
    </p:spTree>
    <p:extLst>
      <p:ext uri="{BB962C8B-B14F-4D97-AF65-F5344CB8AC3E}">
        <p14:creationId xmlns:p14="http://schemas.microsoft.com/office/powerpoint/2010/main" val="867600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54834-C2F1-1D00-7B6F-7F847F0D957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519A809-A38D-FF9E-B235-9C6CE0AB217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AA256E5-B32D-3AFE-BC35-3085C304E7E4}"/>
              </a:ext>
            </a:extLst>
          </p:cNvPr>
          <p:cNvSpPr>
            <a:spLocks noGrp="1"/>
          </p:cNvSpPr>
          <p:nvPr>
            <p:ph type="body" idx="1"/>
          </p:nvPr>
        </p:nvSpPr>
        <p:spPr/>
        <p:txBody>
          <a:bodyPr/>
          <a:lstStyle/>
          <a:p>
            <a:r>
              <a:rPr lang="es-ES" b="1" dirty="0"/>
              <a:t>30 segundos</a:t>
            </a:r>
          </a:p>
          <a:p>
            <a:r>
              <a:rPr lang="es-ES" dirty="0"/>
              <a:t>“El presupuesto estimado del proyecto fue de aproximadamente entre cuatrocientos cincuenta y seiscientos dólares, distribuido principalmente en el tiempo de desarrollo del software y el uso de recursos tecnológicos existentes.</a:t>
            </a:r>
          </a:p>
          <a:p>
            <a:r>
              <a:rPr lang="es-ES" dirty="0"/>
              <a:t>La solución es económicamente viable porque utiliza herramientas gratuitas o de bajo costo como </a:t>
            </a:r>
            <a:r>
              <a:rPr lang="es-ES" dirty="0" err="1"/>
              <a:t>Jetpack</a:t>
            </a:r>
            <a:r>
              <a:rPr lang="es-ES" dirty="0"/>
              <a:t> </a:t>
            </a:r>
            <a:r>
              <a:rPr lang="es-ES" dirty="0" err="1"/>
              <a:t>Compose</a:t>
            </a:r>
            <a:r>
              <a:rPr lang="es-ES" dirty="0"/>
              <a:t> y </a:t>
            </a:r>
            <a:r>
              <a:rPr lang="es-ES" dirty="0" err="1"/>
              <a:t>Firebase</a:t>
            </a:r>
            <a:r>
              <a:rPr lang="es-ES" dirty="0"/>
              <a:t>, evitando gastos de licenciamiento o infraestructura propia.</a:t>
            </a:r>
          </a:p>
          <a:p>
            <a:r>
              <a:rPr lang="es-ES" dirty="0"/>
              <a:t>Desde el punto de vista costo–beneficio, una inversión baja permite obtener un impacto alto, ya que se optimiza la gestión de bienes, se reduce la pérdida de información y se mejora significativamente la eficiencia administrativa de la institución.”</a:t>
            </a:r>
          </a:p>
          <a:p>
            <a:endParaRPr lang="en-US" dirty="0"/>
          </a:p>
        </p:txBody>
      </p:sp>
      <p:sp>
        <p:nvSpPr>
          <p:cNvPr id="4" name="Marcador de número de diapositiva 3">
            <a:extLst>
              <a:ext uri="{FF2B5EF4-FFF2-40B4-BE49-F238E27FC236}">
                <a16:creationId xmlns:a16="http://schemas.microsoft.com/office/drawing/2014/main" id="{B5CF2180-ADD4-324A-A672-EAC28F45B4E9}"/>
              </a:ext>
            </a:extLst>
          </p:cNvPr>
          <p:cNvSpPr>
            <a:spLocks noGrp="1"/>
          </p:cNvSpPr>
          <p:nvPr>
            <p:ph type="sldNum" sz="quarter" idx="5"/>
          </p:nvPr>
        </p:nvSpPr>
        <p:spPr/>
        <p:txBody>
          <a:bodyPr/>
          <a:lstStyle/>
          <a:p>
            <a:fld id="{970EE509-E154-40CF-AF85-EEBDD265ACEC}" type="slidenum">
              <a:rPr lang="en-US" smtClean="0"/>
              <a:t>10</a:t>
            </a:fld>
            <a:endParaRPr lang="en-US"/>
          </a:p>
        </p:txBody>
      </p:sp>
    </p:spTree>
    <p:extLst>
      <p:ext uri="{BB962C8B-B14F-4D97-AF65-F5344CB8AC3E}">
        <p14:creationId xmlns:p14="http://schemas.microsoft.com/office/powerpoint/2010/main" val="3488274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65196-25E3-3F2A-C292-39EE36C32DB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DA1ACF6-46F0-B865-3648-9A90C45D07A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2164C56-FBA4-BDB1-FD52-F6B3C7EEE05D}"/>
              </a:ext>
            </a:extLst>
          </p:cNvPr>
          <p:cNvSpPr>
            <a:spLocks noGrp="1"/>
          </p:cNvSpPr>
          <p:nvPr>
            <p:ph type="body" idx="1"/>
          </p:nvPr>
        </p:nvSpPr>
        <p:spPr/>
        <p:txBody>
          <a:bodyPr/>
          <a:lstStyle/>
          <a:p>
            <a:r>
              <a:rPr lang="es-ES" dirty="0"/>
              <a:t>“Como resultado principal se obtuvo una aplicación móvil funcional para la gestión de bienes tecnológicos, lo cual permitió mejorar el control, la trazabilidad y la organización de los activos de la Unidad Educativa Francisco de Orellana.</a:t>
            </a:r>
          </a:p>
          <a:p>
            <a:r>
              <a:rPr lang="es-ES" dirty="0"/>
              <a:t>Además, se desarrollaron productos complementarios como el modelo funcional del sistema, la base de datos en la nube y la validación de la usabilidad con usuarios reales.</a:t>
            </a:r>
          </a:p>
          <a:p>
            <a:r>
              <a:rPr lang="es-ES" dirty="0"/>
              <a:t>Estos resultados se alinean directamente con los objetivos planteados, dando respuesta al problema identificado en la gestión manual de los bienes.”</a:t>
            </a:r>
          </a:p>
          <a:p>
            <a:endParaRPr lang="en-US" dirty="0"/>
          </a:p>
        </p:txBody>
      </p:sp>
      <p:sp>
        <p:nvSpPr>
          <p:cNvPr id="4" name="Marcador de número de diapositiva 3">
            <a:extLst>
              <a:ext uri="{FF2B5EF4-FFF2-40B4-BE49-F238E27FC236}">
                <a16:creationId xmlns:a16="http://schemas.microsoft.com/office/drawing/2014/main" id="{75B8E132-CDB4-105B-3F88-D19274CBCEDF}"/>
              </a:ext>
            </a:extLst>
          </p:cNvPr>
          <p:cNvSpPr>
            <a:spLocks noGrp="1"/>
          </p:cNvSpPr>
          <p:nvPr>
            <p:ph type="sldNum" sz="quarter" idx="5"/>
          </p:nvPr>
        </p:nvSpPr>
        <p:spPr/>
        <p:txBody>
          <a:bodyPr/>
          <a:lstStyle/>
          <a:p>
            <a:fld id="{970EE509-E154-40CF-AF85-EEBDD265ACEC}" type="slidenum">
              <a:rPr lang="en-US" smtClean="0"/>
              <a:t>11</a:t>
            </a:fld>
            <a:endParaRPr lang="en-US"/>
          </a:p>
        </p:txBody>
      </p:sp>
    </p:spTree>
    <p:extLst>
      <p:ext uri="{BB962C8B-B14F-4D97-AF65-F5344CB8AC3E}">
        <p14:creationId xmlns:p14="http://schemas.microsoft.com/office/powerpoint/2010/main" val="22497733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0F17E-B426-5315-1583-402B512181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1F5AB97-5522-8A2A-769B-C5B32E130A6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71F65CE-02D7-DF1E-1F66-B592500C73EF}"/>
              </a:ext>
            </a:extLst>
          </p:cNvPr>
          <p:cNvSpPr>
            <a:spLocks noGrp="1"/>
          </p:cNvSpPr>
          <p:nvPr>
            <p:ph type="body" idx="1"/>
          </p:nvPr>
        </p:nvSpPr>
        <p:spPr/>
        <p:txBody>
          <a:bodyPr/>
          <a:lstStyle/>
          <a:p>
            <a:r>
              <a:rPr lang="es-ES" dirty="0"/>
              <a:t>“En estas imágenes se observa el funcionamiento inicial del sistema. Primero, la interfaz de inicio de sesión garantiza el acceso seguro mediante credenciales institucionales, asegurando que solo usuarios autorizados puedan ingresar.</a:t>
            </a:r>
            <a:br>
              <a:rPr lang="es-ES" dirty="0"/>
            </a:br>
            <a:r>
              <a:rPr lang="es-ES" dirty="0"/>
              <a:t>Una vez autenticado, el sistema muestra el </a:t>
            </a:r>
            <a:r>
              <a:rPr lang="es-ES" dirty="0" err="1"/>
              <a:t>dashboard</a:t>
            </a:r>
            <a:r>
              <a:rPr lang="es-ES" dirty="0"/>
              <a:t> principal, donde se presenta un resumen general de los bienes registrados, los préstamos activos y las actas generadas.</a:t>
            </a:r>
            <a:br>
              <a:rPr lang="es-ES" dirty="0"/>
            </a:br>
            <a:r>
              <a:rPr lang="es-ES" dirty="0"/>
              <a:t>Este panel permite al usuario tener una visión rápida del estado del inventario y acceder de forma directa a los principales módulos del sistema, facilitando la gestión y el control de los bienes tecnológicos.”</a:t>
            </a:r>
            <a:endParaRPr lang="en-US" dirty="0"/>
          </a:p>
        </p:txBody>
      </p:sp>
      <p:sp>
        <p:nvSpPr>
          <p:cNvPr id="4" name="Marcador de número de diapositiva 3">
            <a:extLst>
              <a:ext uri="{FF2B5EF4-FFF2-40B4-BE49-F238E27FC236}">
                <a16:creationId xmlns:a16="http://schemas.microsoft.com/office/drawing/2014/main" id="{7AAA204B-AA6E-EFB0-D831-C50FAB15D4CE}"/>
              </a:ext>
            </a:extLst>
          </p:cNvPr>
          <p:cNvSpPr>
            <a:spLocks noGrp="1"/>
          </p:cNvSpPr>
          <p:nvPr>
            <p:ph type="sldNum" sz="quarter" idx="5"/>
          </p:nvPr>
        </p:nvSpPr>
        <p:spPr/>
        <p:txBody>
          <a:bodyPr/>
          <a:lstStyle/>
          <a:p>
            <a:fld id="{970EE509-E154-40CF-AF85-EEBDD265ACEC}" type="slidenum">
              <a:rPr lang="en-US" smtClean="0"/>
              <a:t>12</a:t>
            </a:fld>
            <a:endParaRPr lang="en-US"/>
          </a:p>
        </p:txBody>
      </p:sp>
    </p:spTree>
    <p:extLst>
      <p:ext uri="{BB962C8B-B14F-4D97-AF65-F5344CB8AC3E}">
        <p14:creationId xmlns:p14="http://schemas.microsoft.com/office/powerpoint/2010/main" val="16150900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34DDC-2E91-482C-0B16-3D7076A202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2962C79-0FDD-009C-EAA0-DD66CD330D0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B666988-A08B-4F34-F787-4E2910DD6200}"/>
              </a:ext>
            </a:extLst>
          </p:cNvPr>
          <p:cNvSpPr>
            <a:spLocks noGrp="1"/>
          </p:cNvSpPr>
          <p:nvPr>
            <p:ph type="body" idx="1"/>
          </p:nvPr>
        </p:nvSpPr>
        <p:spPr/>
        <p:txBody>
          <a:bodyPr/>
          <a:lstStyle/>
          <a:p>
            <a:r>
              <a:rPr lang="es-ES" dirty="0"/>
              <a:t>“En estas imágenes se observa el módulo de inventario del sistema, donde se presenta la lista completa de bienes tecnológicos registrados. El usuario puede realizar búsquedas rápidas por número de serie y aplicar filtros dinámicos según el estado del bien: disponible, prestado o en reparación.</a:t>
            </a:r>
            <a:br>
              <a:rPr lang="es-ES" dirty="0"/>
            </a:br>
            <a:r>
              <a:rPr lang="es-ES" dirty="0"/>
              <a:t>Este filtrado permite identificar de forma inmediata la ubicación y condición de cada activo, facilitando la asignación, el seguimiento y el control del inventario.</a:t>
            </a:r>
            <a:br>
              <a:rPr lang="es-ES" dirty="0"/>
            </a:br>
            <a:r>
              <a:rPr lang="es-ES" dirty="0"/>
              <a:t>De esta manera, el sistema reemplaza el registro manual y disperso por un control centralizado, actualizado y accesible en tiempo real.”</a:t>
            </a:r>
            <a:endParaRPr lang="en-US" dirty="0"/>
          </a:p>
        </p:txBody>
      </p:sp>
      <p:sp>
        <p:nvSpPr>
          <p:cNvPr id="4" name="Marcador de número de diapositiva 3">
            <a:extLst>
              <a:ext uri="{FF2B5EF4-FFF2-40B4-BE49-F238E27FC236}">
                <a16:creationId xmlns:a16="http://schemas.microsoft.com/office/drawing/2014/main" id="{044AC82B-EE81-CAC1-210E-E5E677727C20}"/>
              </a:ext>
            </a:extLst>
          </p:cNvPr>
          <p:cNvSpPr>
            <a:spLocks noGrp="1"/>
          </p:cNvSpPr>
          <p:nvPr>
            <p:ph type="sldNum" sz="quarter" idx="5"/>
          </p:nvPr>
        </p:nvSpPr>
        <p:spPr/>
        <p:txBody>
          <a:bodyPr/>
          <a:lstStyle/>
          <a:p>
            <a:fld id="{970EE509-E154-40CF-AF85-EEBDD265ACEC}" type="slidenum">
              <a:rPr lang="en-US" smtClean="0"/>
              <a:t>13</a:t>
            </a:fld>
            <a:endParaRPr lang="en-US"/>
          </a:p>
        </p:txBody>
      </p:sp>
    </p:spTree>
    <p:extLst>
      <p:ext uri="{BB962C8B-B14F-4D97-AF65-F5344CB8AC3E}">
        <p14:creationId xmlns:p14="http://schemas.microsoft.com/office/powerpoint/2010/main" val="3706192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48C1D-0768-C79A-C1A4-606FCD15D00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DA81EFD-B13F-43AD-64BB-71BF420EE6F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E66FC71-B8A3-7E96-158E-1331955A3A55}"/>
              </a:ext>
            </a:extLst>
          </p:cNvPr>
          <p:cNvSpPr>
            <a:spLocks noGrp="1"/>
          </p:cNvSpPr>
          <p:nvPr>
            <p:ph type="body" idx="1"/>
          </p:nvPr>
        </p:nvSpPr>
        <p:spPr/>
        <p:txBody>
          <a:bodyPr/>
          <a:lstStyle/>
          <a:p>
            <a:r>
              <a:rPr lang="es-ES" dirty="0"/>
              <a:t>“En estas imágenes se muestra el módulo de préstamos del sistema. En la primera vista se observan los préstamos activos, donde se identifica el bien prestado, el responsable y su estado actual, permitiendo registrar de forma inmediata la devolución.</a:t>
            </a:r>
            <a:br>
              <a:rPr lang="es-ES" dirty="0"/>
            </a:br>
            <a:r>
              <a:rPr lang="es-ES" dirty="0"/>
              <a:t>En la segunda vista se presenta el historial de préstamos, donde queda registrado cada movimiento realizado, lo que garantiza la trazabilidad y el control histórico de los bienes tecnológicos dentro de la institución.”</a:t>
            </a:r>
            <a:endParaRPr lang="en-US" dirty="0"/>
          </a:p>
        </p:txBody>
      </p:sp>
      <p:sp>
        <p:nvSpPr>
          <p:cNvPr id="4" name="Marcador de número de diapositiva 3">
            <a:extLst>
              <a:ext uri="{FF2B5EF4-FFF2-40B4-BE49-F238E27FC236}">
                <a16:creationId xmlns:a16="http://schemas.microsoft.com/office/drawing/2014/main" id="{7FCE7C8A-93A0-84BC-410F-F93F1935933B}"/>
              </a:ext>
            </a:extLst>
          </p:cNvPr>
          <p:cNvSpPr>
            <a:spLocks noGrp="1"/>
          </p:cNvSpPr>
          <p:nvPr>
            <p:ph type="sldNum" sz="quarter" idx="5"/>
          </p:nvPr>
        </p:nvSpPr>
        <p:spPr/>
        <p:txBody>
          <a:bodyPr/>
          <a:lstStyle/>
          <a:p>
            <a:fld id="{970EE509-E154-40CF-AF85-EEBDD265ACEC}" type="slidenum">
              <a:rPr lang="en-US" smtClean="0"/>
              <a:t>14</a:t>
            </a:fld>
            <a:endParaRPr lang="en-US"/>
          </a:p>
        </p:txBody>
      </p:sp>
    </p:spTree>
    <p:extLst>
      <p:ext uri="{BB962C8B-B14F-4D97-AF65-F5344CB8AC3E}">
        <p14:creationId xmlns:p14="http://schemas.microsoft.com/office/powerpoint/2010/main" val="30955439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34B08-1152-DBED-A427-CE5272A3A1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0C77407-CF82-FABC-CD53-8499B8874E7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4A3F212-8DC6-5E22-3291-73069F82976D}"/>
              </a:ext>
            </a:extLst>
          </p:cNvPr>
          <p:cNvSpPr>
            <a:spLocks noGrp="1"/>
          </p:cNvSpPr>
          <p:nvPr>
            <p:ph type="body" idx="1"/>
          </p:nvPr>
        </p:nvSpPr>
        <p:spPr/>
        <p:txBody>
          <a:bodyPr/>
          <a:lstStyle/>
          <a:p>
            <a:r>
              <a:rPr lang="es-ES" dirty="0"/>
              <a:t>“En esta imagen se observa el módulo de actas digitales, donde el sistema genera y organiza automáticamente las actas de retiro, devolución y pendientes, asociando cada bien con su responsable, lo que fortalece el control documental y la trazabilidad institucional.”</a:t>
            </a:r>
            <a:endParaRPr lang="en-US" dirty="0"/>
          </a:p>
        </p:txBody>
      </p:sp>
      <p:sp>
        <p:nvSpPr>
          <p:cNvPr id="4" name="Marcador de número de diapositiva 3">
            <a:extLst>
              <a:ext uri="{FF2B5EF4-FFF2-40B4-BE49-F238E27FC236}">
                <a16:creationId xmlns:a16="http://schemas.microsoft.com/office/drawing/2014/main" id="{61D6C886-AAD3-44DA-0FBD-D10642E79568}"/>
              </a:ext>
            </a:extLst>
          </p:cNvPr>
          <p:cNvSpPr>
            <a:spLocks noGrp="1"/>
          </p:cNvSpPr>
          <p:nvPr>
            <p:ph type="sldNum" sz="quarter" idx="5"/>
          </p:nvPr>
        </p:nvSpPr>
        <p:spPr/>
        <p:txBody>
          <a:bodyPr/>
          <a:lstStyle/>
          <a:p>
            <a:fld id="{970EE509-E154-40CF-AF85-EEBDD265ACEC}" type="slidenum">
              <a:rPr lang="en-US" smtClean="0"/>
              <a:t>15</a:t>
            </a:fld>
            <a:endParaRPr lang="en-US"/>
          </a:p>
        </p:txBody>
      </p:sp>
    </p:spTree>
    <p:extLst>
      <p:ext uri="{BB962C8B-B14F-4D97-AF65-F5344CB8AC3E}">
        <p14:creationId xmlns:p14="http://schemas.microsoft.com/office/powerpoint/2010/main" val="1091931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“Esta tabla resume los requisitos funcionales implementados en el sistema. Como se observa, se incorporaron funciones clave como el registro de activos, la gestión de usuarios por roles, la trazabilidad de movimientos y el monitoreo del estado de los bienes.</a:t>
            </a:r>
            <a:br>
              <a:rPr lang="es-ES" dirty="0"/>
            </a:br>
            <a:r>
              <a:rPr lang="es-ES" dirty="0"/>
              <a:t>Estos requisitos fueron desarrollados y puestos en funcionamiento, permitiendo cumplir los objetivos planteados y dar respuesta directa al problema de control y seguimiento de los bienes tecnológicos.”</a:t>
            </a:r>
            <a:endParaRPr lang="en-US" dirty="0"/>
          </a:p>
        </p:txBody>
      </p:sp>
      <p:sp>
        <p:nvSpPr>
          <p:cNvPr id="4" name="Marcador de número de diapositiva 3"/>
          <p:cNvSpPr>
            <a:spLocks noGrp="1"/>
          </p:cNvSpPr>
          <p:nvPr>
            <p:ph type="sldNum" sz="quarter" idx="5"/>
          </p:nvPr>
        </p:nvSpPr>
        <p:spPr/>
        <p:txBody>
          <a:bodyPr/>
          <a:lstStyle/>
          <a:p>
            <a:fld id="{970EE509-E154-40CF-AF85-EEBDD265ACEC}" type="slidenum">
              <a:rPr lang="en-US" smtClean="0"/>
              <a:t>16</a:t>
            </a:fld>
            <a:endParaRPr lang="en-US"/>
          </a:p>
        </p:txBody>
      </p:sp>
    </p:spTree>
    <p:extLst>
      <p:ext uri="{BB962C8B-B14F-4D97-AF65-F5344CB8AC3E}">
        <p14:creationId xmlns:p14="http://schemas.microsoft.com/office/powerpoint/2010/main" val="22786372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64AD9-E646-A6FB-317F-D328017A85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5CD9C74-441A-0569-521D-5A6395304A0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ABA5BAC-6FD1-B624-F2D7-7E2B0E321F24}"/>
              </a:ext>
            </a:extLst>
          </p:cNvPr>
          <p:cNvSpPr>
            <a:spLocks noGrp="1"/>
          </p:cNvSpPr>
          <p:nvPr>
            <p:ph type="body" idx="1"/>
          </p:nvPr>
        </p:nvSpPr>
        <p:spPr/>
        <p:txBody>
          <a:bodyPr/>
          <a:lstStyle/>
          <a:p>
            <a:r>
              <a:rPr lang="es-ES" b="1" dirty="0"/>
              <a:t>15 segundos</a:t>
            </a:r>
          </a:p>
          <a:p>
            <a:r>
              <a:rPr lang="es-ES" b="1" dirty="0"/>
              <a:t>“Se concluye que la investigación permitió optimizar la gestión de bienes tecnológicos en la Unidad Educativa Francisco de Orellana, reemplazando procesos manuales por un sistema digital confiable.</a:t>
            </a:r>
            <a:br>
              <a:rPr lang="es-ES" dirty="0"/>
            </a:br>
            <a:r>
              <a:rPr lang="es-ES" dirty="0"/>
              <a:t>Asimismo, se cumplieron los objetivos planteados mediante el desarrollo y validación de una aplicación móvil funcional, la cual fortalece la trazabilidad, mejora la eficiencia operativa y fue aceptada positivamente por el 80 % de los usuarios.”</a:t>
            </a:r>
          </a:p>
          <a:p>
            <a:endParaRPr lang="en-US" dirty="0"/>
          </a:p>
        </p:txBody>
      </p:sp>
      <p:sp>
        <p:nvSpPr>
          <p:cNvPr id="4" name="Marcador de número de diapositiva 3">
            <a:extLst>
              <a:ext uri="{FF2B5EF4-FFF2-40B4-BE49-F238E27FC236}">
                <a16:creationId xmlns:a16="http://schemas.microsoft.com/office/drawing/2014/main" id="{260D17E5-D7E8-D782-6C9D-2765450D51D6}"/>
              </a:ext>
            </a:extLst>
          </p:cNvPr>
          <p:cNvSpPr>
            <a:spLocks noGrp="1"/>
          </p:cNvSpPr>
          <p:nvPr>
            <p:ph type="sldNum" sz="quarter" idx="5"/>
          </p:nvPr>
        </p:nvSpPr>
        <p:spPr/>
        <p:txBody>
          <a:bodyPr/>
          <a:lstStyle/>
          <a:p>
            <a:fld id="{970EE509-E154-40CF-AF85-EEBDD265ACEC}" type="slidenum">
              <a:rPr lang="en-US" smtClean="0"/>
              <a:t>17</a:t>
            </a:fld>
            <a:endParaRPr lang="en-US"/>
          </a:p>
        </p:txBody>
      </p:sp>
    </p:spTree>
    <p:extLst>
      <p:ext uri="{BB962C8B-B14F-4D97-AF65-F5344CB8AC3E}">
        <p14:creationId xmlns:p14="http://schemas.microsoft.com/office/powerpoint/2010/main" val="3883626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15AE19-3AB7-4BE5-946F-E180C9287F5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4C92A5FB-5CE9-4F33-B0A1-F5B02CEAF6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48353E5D-77E9-4B29-B337-25F3E0852588}"/>
              </a:ext>
            </a:extLst>
          </p:cNvPr>
          <p:cNvSpPr>
            <a:spLocks noGrp="1"/>
          </p:cNvSpPr>
          <p:nvPr>
            <p:ph type="dt" sz="half" idx="10"/>
          </p:nvPr>
        </p:nvSpPr>
        <p:spPr/>
        <p:txBody>
          <a:bodyPr/>
          <a:lstStyle/>
          <a:p>
            <a:fld id="{9CD9930C-8CFC-4364-A7E6-3C91BDF22616}" type="datetimeFigureOut">
              <a:rPr lang="es-EC" smtClean="0"/>
              <a:t>20/1/2026</a:t>
            </a:fld>
            <a:endParaRPr lang="es-EC"/>
          </a:p>
        </p:txBody>
      </p:sp>
      <p:sp>
        <p:nvSpPr>
          <p:cNvPr id="5" name="Marcador de pie de página 4">
            <a:extLst>
              <a:ext uri="{FF2B5EF4-FFF2-40B4-BE49-F238E27FC236}">
                <a16:creationId xmlns:a16="http://schemas.microsoft.com/office/drawing/2014/main" id="{EF139489-0765-4825-9251-8520A2571B60}"/>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565B0214-D639-408E-9AF1-204AAE31089E}"/>
              </a:ext>
            </a:extLst>
          </p:cNvPr>
          <p:cNvSpPr>
            <a:spLocks noGrp="1"/>
          </p:cNvSpPr>
          <p:nvPr>
            <p:ph type="sldNum" sz="quarter" idx="12"/>
          </p:nvPr>
        </p:nvSpPr>
        <p:spPr/>
        <p:txBody>
          <a:bodyPr/>
          <a:lstStyle/>
          <a:p>
            <a:fld id="{7E447224-0B79-47AC-9A85-EC657057966F}" type="slidenum">
              <a:rPr lang="es-EC" smtClean="0"/>
              <a:t>‹Nº›</a:t>
            </a:fld>
            <a:endParaRPr lang="es-EC"/>
          </a:p>
        </p:txBody>
      </p:sp>
    </p:spTree>
    <p:extLst>
      <p:ext uri="{BB962C8B-B14F-4D97-AF65-F5344CB8AC3E}">
        <p14:creationId xmlns:p14="http://schemas.microsoft.com/office/powerpoint/2010/main" val="679244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BE8A45-9C8D-4F83-B8CA-CA534443D8F9}"/>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4350D95F-06AA-4940-B856-28A116895D7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819F8DFF-911A-4E85-B60D-92DDDFF8A5EF}"/>
              </a:ext>
            </a:extLst>
          </p:cNvPr>
          <p:cNvSpPr>
            <a:spLocks noGrp="1"/>
          </p:cNvSpPr>
          <p:nvPr>
            <p:ph type="dt" sz="half" idx="10"/>
          </p:nvPr>
        </p:nvSpPr>
        <p:spPr/>
        <p:txBody>
          <a:bodyPr/>
          <a:lstStyle/>
          <a:p>
            <a:fld id="{9CD9930C-8CFC-4364-A7E6-3C91BDF22616}" type="datetimeFigureOut">
              <a:rPr lang="es-EC" smtClean="0"/>
              <a:t>20/1/2026</a:t>
            </a:fld>
            <a:endParaRPr lang="es-EC"/>
          </a:p>
        </p:txBody>
      </p:sp>
      <p:sp>
        <p:nvSpPr>
          <p:cNvPr id="5" name="Marcador de pie de página 4">
            <a:extLst>
              <a:ext uri="{FF2B5EF4-FFF2-40B4-BE49-F238E27FC236}">
                <a16:creationId xmlns:a16="http://schemas.microsoft.com/office/drawing/2014/main" id="{368FBB9A-79DB-4F74-AE77-CABEF21C3A92}"/>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ACFD08D2-04C1-41A1-94AA-192822CDDAD3}"/>
              </a:ext>
            </a:extLst>
          </p:cNvPr>
          <p:cNvSpPr>
            <a:spLocks noGrp="1"/>
          </p:cNvSpPr>
          <p:nvPr>
            <p:ph type="sldNum" sz="quarter" idx="12"/>
          </p:nvPr>
        </p:nvSpPr>
        <p:spPr/>
        <p:txBody>
          <a:bodyPr/>
          <a:lstStyle/>
          <a:p>
            <a:fld id="{7E447224-0B79-47AC-9A85-EC657057966F}" type="slidenum">
              <a:rPr lang="es-EC" smtClean="0"/>
              <a:t>‹Nº›</a:t>
            </a:fld>
            <a:endParaRPr lang="es-EC"/>
          </a:p>
        </p:txBody>
      </p:sp>
    </p:spTree>
    <p:extLst>
      <p:ext uri="{BB962C8B-B14F-4D97-AF65-F5344CB8AC3E}">
        <p14:creationId xmlns:p14="http://schemas.microsoft.com/office/powerpoint/2010/main" val="57167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8CF156-1988-4876-8C7D-ED3D95FD301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0E3D1A1F-92E4-41A5-991D-935721BE56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69FCB96-4271-4D9D-A662-185E5F988E86}"/>
              </a:ext>
            </a:extLst>
          </p:cNvPr>
          <p:cNvSpPr>
            <a:spLocks noGrp="1"/>
          </p:cNvSpPr>
          <p:nvPr>
            <p:ph type="dt" sz="half" idx="10"/>
          </p:nvPr>
        </p:nvSpPr>
        <p:spPr/>
        <p:txBody>
          <a:bodyPr/>
          <a:lstStyle/>
          <a:p>
            <a:fld id="{9CD9930C-8CFC-4364-A7E6-3C91BDF22616}" type="datetimeFigureOut">
              <a:rPr lang="es-EC" smtClean="0"/>
              <a:t>20/1/2026</a:t>
            </a:fld>
            <a:endParaRPr lang="es-EC"/>
          </a:p>
        </p:txBody>
      </p:sp>
      <p:sp>
        <p:nvSpPr>
          <p:cNvPr id="5" name="Marcador de pie de página 4">
            <a:extLst>
              <a:ext uri="{FF2B5EF4-FFF2-40B4-BE49-F238E27FC236}">
                <a16:creationId xmlns:a16="http://schemas.microsoft.com/office/drawing/2014/main" id="{F526E6DE-BA4B-4C47-95E7-3FF96A6F72AF}"/>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204F90DD-8375-4283-ADB6-EECF5C0F100C}"/>
              </a:ext>
            </a:extLst>
          </p:cNvPr>
          <p:cNvSpPr>
            <a:spLocks noGrp="1"/>
          </p:cNvSpPr>
          <p:nvPr>
            <p:ph type="sldNum" sz="quarter" idx="12"/>
          </p:nvPr>
        </p:nvSpPr>
        <p:spPr/>
        <p:txBody>
          <a:bodyPr/>
          <a:lstStyle/>
          <a:p>
            <a:fld id="{7E447224-0B79-47AC-9A85-EC657057966F}" type="slidenum">
              <a:rPr lang="es-EC" smtClean="0"/>
              <a:t>‹Nº›</a:t>
            </a:fld>
            <a:endParaRPr lang="es-EC"/>
          </a:p>
        </p:txBody>
      </p:sp>
    </p:spTree>
    <p:extLst>
      <p:ext uri="{BB962C8B-B14F-4D97-AF65-F5344CB8AC3E}">
        <p14:creationId xmlns:p14="http://schemas.microsoft.com/office/powerpoint/2010/main" val="971117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CE86C3-B454-4DA3-A174-2AC811F57902}"/>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A4096E89-F7F0-433C-AD69-ECBA724F28A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16CE513E-FA7C-4408-9C62-3CE50827FC4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24D82415-502E-4C24-9B3E-687B62D0DE59}"/>
              </a:ext>
            </a:extLst>
          </p:cNvPr>
          <p:cNvSpPr>
            <a:spLocks noGrp="1"/>
          </p:cNvSpPr>
          <p:nvPr>
            <p:ph type="dt" sz="half" idx="10"/>
          </p:nvPr>
        </p:nvSpPr>
        <p:spPr/>
        <p:txBody>
          <a:bodyPr/>
          <a:lstStyle/>
          <a:p>
            <a:fld id="{9CD9930C-8CFC-4364-A7E6-3C91BDF22616}" type="datetimeFigureOut">
              <a:rPr lang="es-EC" smtClean="0"/>
              <a:t>20/1/2026</a:t>
            </a:fld>
            <a:endParaRPr lang="es-EC"/>
          </a:p>
        </p:txBody>
      </p:sp>
      <p:sp>
        <p:nvSpPr>
          <p:cNvPr id="6" name="Marcador de pie de página 5">
            <a:extLst>
              <a:ext uri="{FF2B5EF4-FFF2-40B4-BE49-F238E27FC236}">
                <a16:creationId xmlns:a16="http://schemas.microsoft.com/office/drawing/2014/main" id="{075877ED-3004-4B01-8E19-2DA19A9C67C3}"/>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D60D9C89-0FA9-498E-B0DB-067A784473F4}"/>
              </a:ext>
            </a:extLst>
          </p:cNvPr>
          <p:cNvSpPr>
            <a:spLocks noGrp="1"/>
          </p:cNvSpPr>
          <p:nvPr>
            <p:ph type="sldNum" sz="quarter" idx="12"/>
          </p:nvPr>
        </p:nvSpPr>
        <p:spPr/>
        <p:txBody>
          <a:bodyPr/>
          <a:lstStyle/>
          <a:p>
            <a:fld id="{7E447224-0B79-47AC-9A85-EC657057966F}" type="slidenum">
              <a:rPr lang="es-EC" smtClean="0"/>
              <a:t>‹Nº›</a:t>
            </a:fld>
            <a:endParaRPr lang="es-EC"/>
          </a:p>
        </p:txBody>
      </p:sp>
    </p:spTree>
    <p:extLst>
      <p:ext uri="{BB962C8B-B14F-4D97-AF65-F5344CB8AC3E}">
        <p14:creationId xmlns:p14="http://schemas.microsoft.com/office/powerpoint/2010/main" val="1127595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AC49BC-9E74-4289-AEFA-92A7697348A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10438EDE-6BBE-4F4D-9800-AE85E6E554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D2F9BF2-A93D-4959-A973-3B015A166BC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A66423C4-D67C-465D-B262-A8B8B2ED30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43BA3A7-A969-4BA8-B239-560424C2C85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51C62504-0A8D-45E9-A0A4-DDFE16133EFF}"/>
              </a:ext>
            </a:extLst>
          </p:cNvPr>
          <p:cNvSpPr>
            <a:spLocks noGrp="1"/>
          </p:cNvSpPr>
          <p:nvPr>
            <p:ph type="dt" sz="half" idx="10"/>
          </p:nvPr>
        </p:nvSpPr>
        <p:spPr/>
        <p:txBody>
          <a:bodyPr/>
          <a:lstStyle/>
          <a:p>
            <a:fld id="{9CD9930C-8CFC-4364-A7E6-3C91BDF22616}" type="datetimeFigureOut">
              <a:rPr lang="es-EC" smtClean="0"/>
              <a:t>20/1/2026</a:t>
            </a:fld>
            <a:endParaRPr lang="es-EC"/>
          </a:p>
        </p:txBody>
      </p:sp>
      <p:sp>
        <p:nvSpPr>
          <p:cNvPr id="8" name="Marcador de pie de página 7">
            <a:extLst>
              <a:ext uri="{FF2B5EF4-FFF2-40B4-BE49-F238E27FC236}">
                <a16:creationId xmlns:a16="http://schemas.microsoft.com/office/drawing/2014/main" id="{B2F562A9-4580-484F-BA4A-050D6565D172}"/>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0720D356-2C63-4D62-B213-9EF55977EB12}"/>
              </a:ext>
            </a:extLst>
          </p:cNvPr>
          <p:cNvSpPr>
            <a:spLocks noGrp="1"/>
          </p:cNvSpPr>
          <p:nvPr>
            <p:ph type="sldNum" sz="quarter" idx="12"/>
          </p:nvPr>
        </p:nvSpPr>
        <p:spPr/>
        <p:txBody>
          <a:bodyPr/>
          <a:lstStyle/>
          <a:p>
            <a:fld id="{7E447224-0B79-47AC-9A85-EC657057966F}" type="slidenum">
              <a:rPr lang="es-EC" smtClean="0"/>
              <a:t>‹Nº›</a:t>
            </a:fld>
            <a:endParaRPr lang="es-EC"/>
          </a:p>
        </p:txBody>
      </p:sp>
    </p:spTree>
    <p:extLst>
      <p:ext uri="{BB962C8B-B14F-4D97-AF65-F5344CB8AC3E}">
        <p14:creationId xmlns:p14="http://schemas.microsoft.com/office/powerpoint/2010/main" val="1753083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DEAA2E-2762-4295-924C-1205192207BB}"/>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B1EB6043-CE1A-495E-B7FA-EAC8601A6D6F}"/>
              </a:ext>
            </a:extLst>
          </p:cNvPr>
          <p:cNvSpPr>
            <a:spLocks noGrp="1"/>
          </p:cNvSpPr>
          <p:nvPr>
            <p:ph type="dt" sz="half" idx="10"/>
          </p:nvPr>
        </p:nvSpPr>
        <p:spPr/>
        <p:txBody>
          <a:bodyPr/>
          <a:lstStyle/>
          <a:p>
            <a:fld id="{9CD9930C-8CFC-4364-A7E6-3C91BDF22616}" type="datetimeFigureOut">
              <a:rPr lang="es-EC" smtClean="0"/>
              <a:t>20/1/2026</a:t>
            </a:fld>
            <a:endParaRPr lang="es-EC"/>
          </a:p>
        </p:txBody>
      </p:sp>
      <p:sp>
        <p:nvSpPr>
          <p:cNvPr id="4" name="Marcador de pie de página 3">
            <a:extLst>
              <a:ext uri="{FF2B5EF4-FFF2-40B4-BE49-F238E27FC236}">
                <a16:creationId xmlns:a16="http://schemas.microsoft.com/office/drawing/2014/main" id="{77D110DE-BB86-41AB-A02B-97F9EA163297}"/>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4D64229D-4A71-43FD-A048-5915FE1D08D5}"/>
              </a:ext>
            </a:extLst>
          </p:cNvPr>
          <p:cNvSpPr>
            <a:spLocks noGrp="1"/>
          </p:cNvSpPr>
          <p:nvPr>
            <p:ph type="sldNum" sz="quarter" idx="12"/>
          </p:nvPr>
        </p:nvSpPr>
        <p:spPr/>
        <p:txBody>
          <a:bodyPr/>
          <a:lstStyle/>
          <a:p>
            <a:fld id="{7E447224-0B79-47AC-9A85-EC657057966F}" type="slidenum">
              <a:rPr lang="es-EC" smtClean="0"/>
              <a:t>‹Nº›</a:t>
            </a:fld>
            <a:endParaRPr lang="es-EC"/>
          </a:p>
        </p:txBody>
      </p:sp>
    </p:spTree>
    <p:extLst>
      <p:ext uri="{BB962C8B-B14F-4D97-AF65-F5344CB8AC3E}">
        <p14:creationId xmlns:p14="http://schemas.microsoft.com/office/powerpoint/2010/main" val="1832625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89E2872-CA46-4EDE-BA57-9FD08D665A69}"/>
              </a:ext>
            </a:extLst>
          </p:cNvPr>
          <p:cNvSpPr>
            <a:spLocks noGrp="1"/>
          </p:cNvSpPr>
          <p:nvPr>
            <p:ph type="dt" sz="half" idx="10"/>
          </p:nvPr>
        </p:nvSpPr>
        <p:spPr/>
        <p:txBody>
          <a:bodyPr/>
          <a:lstStyle/>
          <a:p>
            <a:fld id="{9CD9930C-8CFC-4364-A7E6-3C91BDF22616}" type="datetimeFigureOut">
              <a:rPr lang="es-EC" smtClean="0"/>
              <a:t>20/1/2026</a:t>
            </a:fld>
            <a:endParaRPr lang="es-EC"/>
          </a:p>
        </p:txBody>
      </p:sp>
      <p:sp>
        <p:nvSpPr>
          <p:cNvPr id="3" name="Marcador de pie de página 2">
            <a:extLst>
              <a:ext uri="{FF2B5EF4-FFF2-40B4-BE49-F238E27FC236}">
                <a16:creationId xmlns:a16="http://schemas.microsoft.com/office/drawing/2014/main" id="{117272BB-6A8A-437D-AC3A-83EE92BF81D0}"/>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2C6B84CC-9FED-4273-9615-536F9D8BC2AC}"/>
              </a:ext>
            </a:extLst>
          </p:cNvPr>
          <p:cNvSpPr>
            <a:spLocks noGrp="1"/>
          </p:cNvSpPr>
          <p:nvPr>
            <p:ph type="sldNum" sz="quarter" idx="12"/>
          </p:nvPr>
        </p:nvSpPr>
        <p:spPr/>
        <p:txBody>
          <a:bodyPr/>
          <a:lstStyle/>
          <a:p>
            <a:fld id="{7E447224-0B79-47AC-9A85-EC657057966F}" type="slidenum">
              <a:rPr lang="es-EC" smtClean="0"/>
              <a:t>‹Nº›</a:t>
            </a:fld>
            <a:endParaRPr lang="es-EC"/>
          </a:p>
        </p:txBody>
      </p:sp>
    </p:spTree>
    <p:extLst>
      <p:ext uri="{BB962C8B-B14F-4D97-AF65-F5344CB8AC3E}">
        <p14:creationId xmlns:p14="http://schemas.microsoft.com/office/powerpoint/2010/main" val="2980731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CBE576-875F-4B39-B57E-CCADDEE2856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054C6201-847C-4DA7-9815-3BAB4A328D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73F74ADF-F8CC-4080-8AA1-9ECAF96471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D6D0147-5F3D-49A9-8BC2-DFFD8BC3749D}"/>
              </a:ext>
            </a:extLst>
          </p:cNvPr>
          <p:cNvSpPr>
            <a:spLocks noGrp="1"/>
          </p:cNvSpPr>
          <p:nvPr>
            <p:ph type="dt" sz="half" idx="10"/>
          </p:nvPr>
        </p:nvSpPr>
        <p:spPr/>
        <p:txBody>
          <a:bodyPr/>
          <a:lstStyle/>
          <a:p>
            <a:fld id="{9CD9930C-8CFC-4364-A7E6-3C91BDF22616}" type="datetimeFigureOut">
              <a:rPr lang="es-EC" smtClean="0"/>
              <a:t>20/1/2026</a:t>
            </a:fld>
            <a:endParaRPr lang="es-EC"/>
          </a:p>
        </p:txBody>
      </p:sp>
      <p:sp>
        <p:nvSpPr>
          <p:cNvPr id="6" name="Marcador de pie de página 5">
            <a:extLst>
              <a:ext uri="{FF2B5EF4-FFF2-40B4-BE49-F238E27FC236}">
                <a16:creationId xmlns:a16="http://schemas.microsoft.com/office/drawing/2014/main" id="{97769ADD-CA65-4E1D-8612-FC2FAC8D663D}"/>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90216744-D8F5-4F0A-A0C7-A17E33951AB5}"/>
              </a:ext>
            </a:extLst>
          </p:cNvPr>
          <p:cNvSpPr>
            <a:spLocks noGrp="1"/>
          </p:cNvSpPr>
          <p:nvPr>
            <p:ph type="sldNum" sz="quarter" idx="12"/>
          </p:nvPr>
        </p:nvSpPr>
        <p:spPr/>
        <p:txBody>
          <a:bodyPr/>
          <a:lstStyle/>
          <a:p>
            <a:fld id="{7E447224-0B79-47AC-9A85-EC657057966F}" type="slidenum">
              <a:rPr lang="es-EC" smtClean="0"/>
              <a:t>‹Nº›</a:t>
            </a:fld>
            <a:endParaRPr lang="es-EC"/>
          </a:p>
        </p:txBody>
      </p:sp>
    </p:spTree>
    <p:extLst>
      <p:ext uri="{BB962C8B-B14F-4D97-AF65-F5344CB8AC3E}">
        <p14:creationId xmlns:p14="http://schemas.microsoft.com/office/powerpoint/2010/main" val="1111323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364895-23D0-4776-A21D-50198C1B562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53A2110B-F07E-40EB-A12F-65B58F6F65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54B2C8BD-D9CE-42F0-8CA5-B7CB82B7F6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445ACFC-EC48-48CC-818F-72C5EAFD30A7}"/>
              </a:ext>
            </a:extLst>
          </p:cNvPr>
          <p:cNvSpPr>
            <a:spLocks noGrp="1"/>
          </p:cNvSpPr>
          <p:nvPr>
            <p:ph type="dt" sz="half" idx="10"/>
          </p:nvPr>
        </p:nvSpPr>
        <p:spPr/>
        <p:txBody>
          <a:bodyPr/>
          <a:lstStyle/>
          <a:p>
            <a:fld id="{9CD9930C-8CFC-4364-A7E6-3C91BDF22616}" type="datetimeFigureOut">
              <a:rPr lang="es-EC" smtClean="0"/>
              <a:t>20/1/2026</a:t>
            </a:fld>
            <a:endParaRPr lang="es-EC"/>
          </a:p>
        </p:txBody>
      </p:sp>
      <p:sp>
        <p:nvSpPr>
          <p:cNvPr id="6" name="Marcador de pie de página 5">
            <a:extLst>
              <a:ext uri="{FF2B5EF4-FFF2-40B4-BE49-F238E27FC236}">
                <a16:creationId xmlns:a16="http://schemas.microsoft.com/office/drawing/2014/main" id="{4FBF1443-F5F9-4233-8B8A-D7A0C7917E68}"/>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8EF80CB5-325E-4D3B-A940-38A7A0D38F12}"/>
              </a:ext>
            </a:extLst>
          </p:cNvPr>
          <p:cNvSpPr>
            <a:spLocks noGrp="1"/>
          </p:cNvSpPr>
          <p:nvPr>
            <p:ph type="sldNum" sz="quarter" idx="12"/>
          </p:nvPr>
        </p:nvSpPr>
        <p:spPr/>
        <p:txBody>
          <a:bodyPr/>
          <a:lstStyle/>
          <a:p>
            <a:fld id="{7E447224-0B79-47AC-9A85-EC657057966F}" type="slidenum">
              <a:rPr lang="es-EC" smtClean="0"/>
              <a:t>‹Nº›</a:t>
            </a:fld>
            <a:endParaRPr lang="es-EC"/>
          </a:p>
        </p:txBody>
      </p:sp>
    </p:spTree>
    <p:extLst>
      <p:ext uri="{BB962C8B-B14F-4D97-AF65-F5344CB8AC3E}">
        <p14:creationId xmlns:p14="http://schemas.microsoft.com/office/powerpoint/2010/main" val="3984877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49D5DA-A6DE-4414-B49A-D0C5C78BF468}"/>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6FA3D966-693B-4B08-B835-C7888436D5F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E92458C6-B23C-4DA6-AC42-5C123323CFB6}"/>
              </a:ext>
            </a:extLst>
          </p:cNvPr>
          <p:cNvSpPr>
            <a:spLocks noGrp="1"/>
          </p:cNvSpPr>
          <p:nvPr>
            <p:ph type="dt" sz="half" idx="10"/>
          </p:nvPr>
        </p:nvSpPr>
        <p:spPr/>
        <p:txBody>
          <a:bodyPr/>
          <a:lstStyle/>
          <a:p>
            <a:fld id="{9CD9930C-8CFC-4364-A7E6-3C91BDF22616}" type="datetimeFigureOut">
              <a:rPr lang="es-EC" smtClean="0"/>
              <a:t>20/1/2026</a:t>
            </a:fld>
            <a:endParaRPr lang="es-EC"/>
          </a:p>
        </p:txBody>
      </p:sp>
      <p:sp>
        <p:nvSpPr>
          <p:cNvPr id="5" name="Marcador de pie de página 4">
            <a:extLst>
              <a:ext uri="{FF2B5EF4-FFF2-40B4-BE49-F238E27FC236}">
                <a16:creationId xmlns:a16="http://schemas.microsoft.com/office/drawing/2014/main" id="{DF97307B-7FB5-4860-97F9-0FFB06783CC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817E682D-E2CE-4CAD-BF2E-59B538F67B42}"/>
              </a:ext>
            </a:extLst>
          </p:cNvPr>
          <p:cNvSpPr>
            <a:spLocks noGrp="1"/>
          </p:cNvSpPr>
          <p:nvPr>
            <p:ph type="sldNum" sz="quarter" idx="12"/>
          </p:nvPr>
        </p:nvSpPr>
        <p:spPr/>
        <p:txBody>
          <a:bodyPr/>
          <a:lstStyle/>
          <a:p>
            <a:fld id="{7E447224-0B79-47AC-9A85-EC657057966F}" type="slidenum">
              <a:rPr lang="es-EC" smtClean="0"/>
              <a:t>‹Nº›</a:t>
            </a:fld>
            <a:endParaRPr lang="es-EC"/>
          </a:p>
        </p:txBody>
      </p:sp>
    </p:spTree>
    <p:extLst>
      <p:ext uri="{BB962C8B-B14F-4D97-AF65-F5344CB8AC3E}">
        <p14:creationId xmlns:p14="http://schemas.microsoft.com/office/powerpoint/2010/main" val="4176122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A180D9C-9C71-435E-99BA-EB3C90E7FAB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333DAD84-7230-4319-ADD4-59219AFE759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4EC6F67B-D12B-4BFE-A572-D491FA3CF19B}"/>
              </a:ext>
            </a:extLst>
          </p:cNvPr>
          <p:cNvSpPr>
            <a:spLocks noGrp="1"/>
          </p:cNvSpPr>
          <p:nvPr>
            <p:ph type="dt" sz="half" idx="10"/>
          </p:nvPr>
        </p:nvSpPr>
        <p:spPr/>
        <p:txBody>
          <a:bodyPr/>
          <a:lstStyle/>
          <a:p>
            <a:fld id="{9CD9930C-8CFC-4364-A7E6-3C91BDF22616}" type="datetimeFigureOut">
              <a:rPr lang="es-EC" smtClean="0"/>
              <a:t>20/1/2026</a:t>
            </a:fld>
            <a:endParaRPr lang="es-EC"/>
          </a:p>
        </p:txBody>
      </p:sp>
      <p:sp>
        <p:nvSpPr>
          <p:cNvPr id="5" name="Marcador de pie de página 4">
            <a:extLst>
              <a:ext uri="{FF2B5EF4-FFF2-40B4-BE49-F238E27FC236}">
                <a16:creationId xmlns:a16="http://schemas.microsoft.com/office/drawing/2014/main" id="{BFDBE35F-E183-481D-8EC8-6CE4D9256716}"/>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C14CDF63-410C-4335-AB9E-A118CF271039}"/>
              </a:ext>
            </a:extLst>
          </p:cNvPr>
          <p:cNvSpPr>
            <a:spLocks noGrp="1"/>
          </p:cNvSpPr>
          <p:nvPr>
            <p:ph type="sldNum" sz="quarter" idx="12"/>
          </p:nvPr>
        </p:nvSpPr>
        <p:spPr/>
        <p:txBody>
          <a:bodyPr/>
          <a:lstStyle/>
          <a:p>
            <a:fld id="{7E447224-0B79-47AC-9A85-EC657057966F}" type="slidenum">
              <a:rPr lang="es-EC" smtClean="0"/>
              <a:t>‹Nº›</a:t>
            </a:fld>
            <a:endParaRPr lang="es-EC"/>
          </a:p>
        </p:txBody>
      </p:sp>
    </p:spTree>
    <p:extLst>
      <p:ext uri="{BB962C8B-B14F-4D97-AF65-F5344CB8AC3E}">
        <p14:creationId xmlns:p14="http://schemas.microsoft.com/office/powerpoint/2010/main" val="3134650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8F0BDE3-A921-46AC-8166-C9D58372E2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35FB62D2-7041-43A9-A25D-2A7D39697C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D09F89BF-07C5-4857-AA0D-C979C22FC8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9930C-8CFC-4364-A7E6-3C91BDF22616}" type="datetimeFigureOut">
              <a:rPr lang="es-EC" smtClean="0"/>
              <a:t>20/1/2026</a:t>
            </a:fld>
            <a:endParaRPr lang="es-EC"/>
          </a:p>
        </p:txBody>
      </p:sp>
      <p:sp>
        <p:nvSpPr>
          <p:cNvPr id="5" name="Marcador de pie de página 4">
            <a:extLst>
              <a:ext uri="{FF2B5EF4-FFF2-40B4-BE49-F238E27FC236}">
                <a16:creationId xmlns:a16="http://schemas.microsoft.com/office/drawing/2014/main" id="{312F6CD1-9939-48EB-901A-5ED6FB3F60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8466B1E3-B029-420C-8C59-B72C72DA18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447224-0B79-47AC-9A85-EC657057966F}" type="slidenum">
              <a:rPr lang="es-EC" smtClean="0"/>
              <a:t>‹Nº›</a:t>
            </a:fld>
            <a:endParaRPr lang="es-EC"/>
          </a:p>
        </p:txBody>
      </p:sp>
    </p:spTree>
    <p:extLst>
      <p:ext uri="{BB962C8B-B14F-4D97-AF65-F5344CB8AC3E}">
        <p14:creationId xmlns:p14="http://schemas.microsoft.com/office/powerpoint/2010/main" val="2947064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0B8633-3C85-48AD-B0A1-21366EBC63B5}"/>
              </a:ext>
            </a:extLst>
          </p:cNvPr>
          <p:cNvSpPr>
            <a:spLocks noGrp="1"/>
          </p:cNvSpPr>
          <p:nvPr>
            <p:ph type="ctrTitle"/>
          </p:nvPr>
        </p:nvSpPr>
        <p:spPr>
          <a:xfrm>
            <a:off x="78658" y="4101477"/>
            <a:ext cx="8908834" cy="1522536"/>
          </a:xfrm>
        </p:spPr>
        <p:txBody>
          <a:bodyPr>
            <a:noAutofit/>
          </a:bodyPr>
          <a:lstStyle/>
          <a:p>
            <a:pPr algn="l"/>
            <a:r>
              <a:rPr lang="es-ES" sz="2800" dirty="0">
                <a:latin typeface="Arial"/>
                <a:cs typeface="Arial"/>
              </a:rPr>
              <a:t>APP MÓVIL PARA LA GESTIÓN DE BIENES EN LA UNIDAD EDUCATIVA FRANCISCO DE ORELLANA</a:t>
            </a:r>
            <a:endParaRPr lang="es-EC" sz="2800" dirty="0">
              <a:latin typeface="Arial"/>
              <a:cs typeface="Arial"/>
            </a:endParaRPr>
          </a:p>
        </p:txBody>
      </p:sp>
      <p:sp>
        <p:nvSpPr>
          <p:cNvPr id="3" name="Subtítulo 2">
            <a:extLst>
              <a:ext uri="{FF2B5EF4-FFF2-40B4-BE49-F238E27FC236}">
                <a16:creationId xmlns:a16="http://schemas.microsoft.com/office/drawing/2014/main" id="{543CE98D-FF9E-47A4-80E9-0BEDC0613593}"/>
              </a:ext>
            </a:extLst>
          </p:cNvPr>
          <p:cNvSpPr>
            <a:spLocks noGrp="1"/>
          </p:cNvSpPr>
          <p:nvPr>
            <p:ph type="subTitle" idx="1"/>
          </p:nvPr>
        </p:nvSpPr>
        <p:spPr>
          <a:xfrm>
            <a:off x="8350352" y="5692839"/>
            <a:ext cx="3724469" cy="896598"/>
          </a:xfrm>
        </p:spPr>
        <p:txBody>
          <a:bodyPr>
            <a:normAutofit lnSpcReduction="10000"/>
          </a:bodyPr>
          <a:lstStyle/>
          <a:p>
            <a:pPr algn="r"/>
            <a:r>
              <a:rPr lang="es-ES" sz="1400" dirty="0">
                <a:latin typeface="Arial" panose="020B0604020202020204" pitchFamily="34" charset="0"/>
                <a:cs typeface="Arial" panose="020B0604020202020204" pitchFamily="34" charset="0"/>
              </a:rPr>
              <a:t>JOSTIN JOREL ACOSTA MOLINA</a:t>
            </a:r>
          </a:p>
          <a:p>
            <a:pPr algn="r"/>
            <a:r>
              <a:rPr lang="es-ES" sz="1400" dirty="0">
                <a:latin typeface="Arial" panose="020B0604020202020204" pitchFamily="34" charset="0"/>
                <a:cs typeface="Arial" panose="020B0604020202020204" pitchFamily="34" charset="0"/>
              </a:rPr>
              <a:t>JESSICA VIVIANA ORDOÑEZ ELIZALDE</a:t>
            </a:r>
          </a:p>
          <a:p>
            <a:pPr algn="r"/>
            <a:r>
              <a:rPr lang="es-EC" sz="1500" dirty="0">
                <a:latin typeface="Arial" panose="020B0604020202020204" pitchFamily="34" charset="0"/>
                <a:cs typeface="Arial" panose="020B0604020202020204" pitchFamily="34" charset="0"/>
              </a:rPr>
              <a:t>21 – Ene - 2026</a:t>
            </a:r>
          </a:p>
        </p:txBody>
      </p:sp>
    </p:spTree>
    <p:extLst>
      <p:ext uri="{BB962C8B-B14F-4D97-AF65-F5344CB8AC3E}">
        <p14:creationId xmlns:p14="http://schemas.microsoft.com/office/powerpoint/2010/main" val="21209825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5" name="Content Placeholder 10">
            <a:extLst>
              <a:ext uri="{FF2B5EF4-FFF2-40B4-BE49-F238E27FC236}">
                <a16:creationId xmlns:a16="http://schemas.microsoft.com/office/drawing/2014/main" id="{3DB18E5C-2F55-447F-82D5-DE7F638B0586}"/>
              </a:ext>
            </a:extLst>
          </p:cNvPr>
          <p:cNvSpPr txBox="1">
            <a:spLocks/>
          </p:cNvSpPr>
          <p:nvPr/>
        </p:nvSpPr>
        <p:spPr>
          <a:xfrm>
            <a:off x="1268463" y="1694282"/>
            <a:ext cx="10421310" cy="4188983"/>
          </a:xfrm>
          <a:prstGeom prst="rect">
            <a:avLst/>
          </a:prstGeom>
        </p:spPr>
        <p:txBody>
          <a:bodyPr lIns="91440" tIns="45720" rIns="91440" bIns="4572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800" b="1" dirty="0">
                <a:latin typeface="Arial" panose="020B0604020202020204" pitchFamily="34" charset="0"/>
                <a:cs typeface="Arial" panose="020B0604020202020204" pitchFamily="34" charset="0"/>
              </a:rPr>
              <a:t>Área de estudio:</a:t>
            </a:r>
          </a:p>
          <a:p>
            <a:pPr algn="just"/>
            <a:r>
              <a:rPr lang="es-ES" sz="1800" dirty="0">
                <a:latin typeface="Arial" panose="020B0604020202020204" pitchFamily="34" charset="0"/>
                <a:cs typeface="Arial" panose="020B0604020202020204" pitchFamily="34" charset="0"/>
              </a:rPr>
              <a:t>Tecnologías de la Información – Gestión de activos institucionales</a:t>
            </a:r>
          </a:p>
          <a:p>
            <a:pPr marL="0" indent="0" algn="just">
              <a:buNone/>
            </a:pPr>
            <a:r>
              <a:rPr lang="es-ES" sz="1800" b="1" dirty="0">
                <a:latin typeface="Arial" panose="020B0604020202020204" pitchFamily="34" charset="0"/>
                <a:cs typeface="Arial" panose="020B0604020202020204" pitchFamily="34" charset="0"/>
              </a:rPr>
              <a:t>Contexto:</a:t>
            </a:r>
            <a:endParaRPr lang="es-ES" sz="1800" dirty="0">
              <a:latin typeface="Arial" panose="020B0604020202020204" pitchFamily="34" charset="0"/>
              <a:cs typeface="Arial" panose="020B0604020202020204" pitchFamily="34" charset="0"/>
            </a:endParaRPr>
          </a:p>
          <a:p>
            <a:pPr algn="just"/>
            <a:r>
              <a:rPr lang="es-ES" sz="1800" dirty="0">
                <a:latin typeface="Arial" panose="020B0604020202020204" pitchFamily="34" charset="0"/>
                <a:cs typeface="Arial" panose="020B0604020202020204" pitchFamily="34" charset="0"/>
              </a:rPr>
              <a:t>Unidad Educativa Francisco de Orellana</a:t>
            </a:r>
          </a:p>
          <a:p>
            <a:pPr marL="0" indent="0" algn="just">
              <a:buNone/>
            </a:pPr>
            <a:r>
              <a:rPr lang="es-ES" sz="1800" b="1" dirty="0">
                <a:latin typeface="Arial" panose="020B0604020202020204" pitchFamily="34" charset="0"/>
                <a:cs typeface="Arial" panose="020B0604020202020204" pitchFamily="34" charset="0"/>
              </a:rPr>
              <a:t>Problema central:</a:t>
            </a:r>
            <a:endParaRPr lang="es-ES" sz="1800" dirty="0">
              <a:latin typeface="Arial" panose="020B0604020202020204" pitchFamily="34" charset="0"/>
              <a:cs typeface="Arial" panose="020B0604020202020204" pitchFamily="34" charset="0"/>
            </a:endParaRPr>
          </a:p>
          <a:p>
            <a:pPr algn="just"/>
            <a:r>
              <a:rPr lang="es-ES" sz="1800" dirty="0">
                <a:latin typeface="Arial" panose="020B0604020202020204" pitchFamily="34" charset="0"/>
                <a:cs typeface="Arial" panose="020B0604020202020204" pitchFamily="34" charset="0"/>
              </a:rPr>
              <a:t>Gestión manual de bienes → errores, pérdida de información y falta de trazabilidad</a:t>
            </a:r>
            <a:endParaRPr lang="es-ES" sz="2000" dirty="0">
              <a:latin typeface="Arial" panose="020B0604020202020204" pitchFamily="34" charset="0"/>
              <a:cs typeface="Arial" panose="020B0604020202020204" pitchFamily="34" charset="0"/>
            </a:endParaRPr>
          </a:p>
          <a:p>
            <a:pPr marL="0" indent="0" algn="just">
              <a:buNone/>
            </a:pPr>
            <a:endParaRPr lang="es-EC" sz="1800" dirty="0">
              <a:latin typeface="Arial"/>
              <a:cs typeface="Arial"/>
            </a:endParaRPr>
          </a:p>
        </p:txBody>
      </p:sp>
      <p:sp>
        <p:nvSpPr>
          <p:cNvPr id="8" name="Título 1">
            <a:extLst>
              <a:ext uri="{FF2B5EF4-FFF2-40B4-BE49-F238E27FC236}">
                <a16:creationId xmlns:a16="http://schemas.microsoft.com/office/drawing/2014/main" id="{FAE4B9B6-CC03-4F75-9CAD-3023159299A0}"/>
              </a:ext>
            </a:extLst>
          </p:cNvPr>
          <p:cNvSpPr txBox="1">
            <a:spLocks/>
          </p:cNvSpPr>
          <p:nvPr/>
        </p:nvSpPr>
        <p:spPr>
          <a:xfrm>
            <a:off x="1162517" y="720735"/>
            <a:ext cx="10639510" cy="60648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000" b="1" dirty="0">
                <a:latin typeface="Arial" panose="020B0604020202020204" pitchFamily="34" charset="0"/>
                <a:cs typeface="Arial" panose="020B0604020202020204" pitchFamily="34" charset="0"/>
              </a:rPr>
              <a:t>Aplicación móvil para la gestión de bienes tecnológicos</a:t>
            </a:r>
            <a:endParaRPr lang="es-EC" sz="3000" b="1" dirty="0">
              <a:latin typeface="Arial" panose="020B0604020202020204" pitchFamily="34" charset="0"/>
              <a:cs typeface="Arial" panose="020B0604020202020204" pitchFamily="34" charset="0"/>
            </a:endParaRPr>
          </a:p>
        </p:txBody>
      </p:sp>
      <p:sp>
        <p:nvSpPr>
          <p:cNvPr id="9" name="Título 1">
            <a:extLst>
              <a:ext uri="{FF2B5EF4-FFF2-40B4-BE49-F238E27FC236}">
                <a16:creationId xmlns:a16="http://schemas.microsoft.com/office/drawing/2014/main" id="{ED346CDD-87E1-45DD-B284-401F0B4772D9}"/>
              </a:ext>
            </a:extLst>
          </p:cNvPr>
          <p:cNvSpPr txBox="1">
            <a:spLocks/>
          </p:cNvSpPr>
          <p:nvPr/>
        </p:nvSpPr>
        <p:spPr>
          <a:xfrm>
            <a:off x="1162517" y="376778"/>
            <a:ext cx="2728015" cy="273398"/>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200" b="1" dirty="0">
                <a:latin typeface="Arial" panose="020B0604020202020204" pitchFamily="34" charset="0"/>
                <a:cs typeface="Arial" panose="020B0604020202020204" pitchFamily="34" charset="0"/>
              </a:rPr>
              <a:t>Introducción</a:t>
            </a:r>
          </a:p>
        </p:txBody>
      </p:sp>
      <p:sp>
        <p:nvSpPr>
          <p:cNvPr id="6" name="Rectángulo 5">
            <a:extLst>
              <a:ext uri="{FF2B5EF4-FFF2-40B4-BE49-F238E27FC236}">
                <a16:creationId xmlns:a16="http://schemas.microsoft.com/office/drawing/2014/main" id="{F99337E1-2973-41B5-9CC2-68A02F3A3883}"/>
              </a:ext>
            </a:extLst>
          </p:cNvPr>
          <p:cNvSpPr/>
          <p:nvPr/>
        </p:nvSpPr>
        <p:spPr>
          <a:xfrm>
            <a:off x="1262684" y="1694282"/>
            <a:ext cx="10539343" cy="4184778"/>
          </a:xfrm>
          <a:prstGeom prst="rect">
            <a:avLst/>
          </a:prstGeom>
          <a:noFill/>
          <a:ln>
            <a:solidFill>
              <a:schemeClr val="bg1">
                <a:lumMod val="6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C"/>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C"/>
          </a:p>
        </p:txBody>
      </p:sp>
    </p:spTree>
    <p:extLst>
      <p:ext uri="{BB962C8B-B14F-4D97-AF65-F5344CB8AC3E}">
        <p14:creationId xmlns:p14="http://schemas.microsoft.com/office/powerpoint/2010/main" val="3781688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5" name="Content Placeholder 10">
            <a:extLst>
              <a:ext uri="{FF2B5EF4-FFF2-40B4-BE49-F238E27FC236}">
                <a16:creationId xmlns:a16="http://schemas.microsoft.com/office/drawing/2014/main" id="{3DB18E5C-2F55-447F-82D5-DE7F638B0586}"/>
              </a:ext>
            </a:extLst>
          </p:cNvPr>
          <p:cNvSpPr txBox="1">
            <a:spLocks/>
          </p:cNvSpPr>
          <p:nvPr/>
        </p:nvSpPr>
        <p:spPr>
          <a:xfrm>
            <a:off x="1268463" y="1771133"/>
            <a:ext cx="10338181" cy="4184778"/>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500" b="1" dirty="0">
                <a:latin typeface="Arial" panose="020B0604020202020204" pitchFamily="34" charset="0"/>
                <a:cs typeface="Arial" panose="020B0604020202020204" pitchFamily="34" charset="0"/>
              </a:rPr>
              <a:t>Situación actual</a:t>
            </a:r>
          </a:p>
          <a:p>
            <a:pPr marL="0" indent="0" algn="just">
              <a:buNone/>
            </a:pPr>
            <a:r>
              <a:rPr lang="es-ES" sz="1500" dirty="0">
                <a:latin typeface="Arial" panose="020B0604020202020204" pitchFamily="34" charset="0"/>
                <a:cs typeface="Arial" panose="020B0604020202020204" pitchFamily="34" charset="0"/>
              </a:rPr>
              <a:t>Gestión manual de bienes tecnológicos con registros en papel y archivos dispersos.</a:t>
            </a:r>
          </a:p>
          <a:p>
            <a:pPr marL="0" indent="0" algn="just">
              <a:buNone/>
            </a:pPr>
            <a:r>
              <a:rPr lang="es-ES" sz="1500" b="1" dirty="0">
                <a:latin typeface="Arial" panose="020B0604020202020204" pitchFamily="34" charset="0"/>
                <a:cs typeface="Arial" panose="020B0604020202020204" pitchFamily="34" charset="0"/>
              </a:rPr>
              <a:t>Causas principales</a:t>
            </a:r>
          </a:p>
          <a:p>
            <a:pPr algn="just">
              <a:buFont typeface="Wingdings" panose="05000000000000000000" pitchFamily="2" charset="2"/>
              <a:buChar char="Ø"/>
            </a:pPr>
            <a:r>
              <a:rPr lang="es-ES" sz="1500" dirty="0">
                <a:latin typeface="Arial" panose="020B0604020202020204" pitchFamily="34" charset="0"/>
                <a:cs typeface="Arial" panose="020B0604020202020204" pitchFamily="34" charset="0"/>
              </a:rPr>
              <a:t>Ausencia de un sistema digital centralizado</a:t>
            </a:r>
          </a:p>
          <a:p>
            <a:pPr algn="just">
              <a:buFont typeface="Wingdings" panose="05000000000000000000" pitchFamily="2" charset="2"/>
              <a:buChar char="Ø"/>
            </a:pPr>
            <a:r>
              <a:rPr lang="es-ES" sz="1500" dirty="0">
                <a:latin typeface="Arial" panose="020B0604020202020204" pitchFamily="34" charset="0"/>
                <a:cs typeface="Arial" panose="020B0604020202020204" pitchFamily="34" charset="0"/>
              </a:rPr>
              <a:t>Dependencia de registros manuales</a:t>
            </a:r>
          </a:p>
          <a:p>
            <a:pPr algn="just">
              <a:buFont typeface="Wingdings" panose="05000000000000000000" pitchFamily="2" charset="2"/>
              <a:buChar char="Ø"/>
            </a:pPr>
            <a:r>
              <a:rPr lang="es-ES" sz="1500" dirty="0">
                <a:latin typeface="Arial" panose="020B0604020202020204" pitchFamily="34" charset="0"/>
                <a:cs typeface="Arial" panose="020B0604020202020204" pitchFamily="34" charset="0"/>
              </a:rPr>
              <a:t>Falta de seguimiento sistemático</a:t>
            </a:r>
          </a:p>
          <a:p>
            <a:pPr marL="0" indent="0" algn="just">
              <a:buNone/>
            </a:pPr>
            <a:r>
              <a:rPr lang="es-ES" sz="1500" b="1" dirty="0">
                <a:latin typeface="Arial" panose="020B0604020202020204" pitchFamily="34" charset="0"/>
                <a:cs typeface="Arial" panose="020B0604020202020204" pitchFamily="34" charset="0"/>
              </a:rPr>
              <a:t>Consecuencias</a:t>
            </a:r>
          </a:p>
          <a:p>
            <a:pPr algn="just">
              <a:buFont typeface="Wingdings" panose="05000000000000000000" pitchFamily="2" charset="2"/>
              <a:buChar char="q"/>
            </a:pPr>
            <a:r>
              <a:rPr lang="es-ES" sz="1500" dirty="0">
                <a:latin typeface="Arial" panose="020B0604020202020204" pitchFamily="34" charset="0"/>
                <a:cs typeface="Arial" panose="020B0604020202020204" pitchFamily="34" charset="0"/>
              </a:rPr>
              <a:t>Duplicidad y pérdida de información</a:t>
            </a:r>
          </a:p>
          <a:p>
            <a:pPr algn="just">
              <a:buFont typeface="Wingdings" panose="05000000000000000000" pitchFamily="2" charset="2"/>
              <a:buChar char="q"/>
            </a:pPr>
            <a:r>
              <a:rPr lang="es-ES" sz="1500" dirty="0">
                <a:latin typeface="Arial" panose="020B0604020202020204" pitchFamily="34" charset="0"/>
                <a:cs typeface="Arial" panose="020B0604020202020204" pitchFamily="34" charset="0"/>
              </a:rPr>
              <a:t>Falta de trazabilidad en préstamos</a:t>
            </a:r>
          </a:p>
          <a:p>
            <a:pPr algn="just">
              <a:buFont typeface="Wingdings" panose="05000000000000000000" pitchFamily="2" charset="2"/>
              <a:buChar char="q"/>
            </a:pPr>
            <a:r>
              <a:rPr lang="es-ES" sz="1500" dirty="0">
                <a:latin typeface="Arial" panose="020B0604020202020204" pitchFamily="34" charset="0"/>
                <a:cs typeface="Arial" panose="020B0604020202020204" pitchFamily="34" charset="0"/>
              </a:rPr>
              <a:t>Dificultad para conocer estado, ubicación y responsable</a:t>
            </a:r>
          </a:p>
          <a:p>
            <a:pPr marL="0" indent="0" algn="just">
              <a:buNone/>
            </a:pPr>
            <a:r>
              <a:rPr lang="es-ES" sz="1500" b="1" dirty="0">
                <a:latin typeface="Arial" panose="020B0604020202020204" pitchFamily="34" charset="0"/>
                <a:cs typeface="Arial" panose="020B0604020202020204" pitchFamily="34" charset="0"/>
              </a:rPr>
              <a:t>Lugar y población afectada</a:t>
            </a:r>
          </a:p>
          <a:p>
            <a:pPr algn="just">
              <a:buFont typeface="Wingdings" panose="05000000000000000000" pitchFamily="2" charset="2"/>
              <a:buChar char="ü"/>
            </a:pPr>
            <a:r>
              <a:rPr lang="es-ES" sz="1500" dirty="0">
                <a:latin typeface="Arial" panose="020B0604020202020204" pitchFamily="34" charset="0"/>
                <a:cs typeface="Arial" panose="020B0604020202020204" pitchFamily="34" charset="0"/>
              </a:rPr>
              <a:t>Unidad Educativa Francisco de Orellana</a:t>
            </a:r>
          </a:p>
          <a:p>
            <a:pPr algn="just">
              <a:buFont typeface="Wingdings" panose="05000000000000000000" pitchFamily="2" charset="2"/>
              <a:buChar char="ü"/>
            </a:pPr>
            <a:r>
              <a:rPr lang="es-ES" sz="1500" dirty="0">
                <a:latin typeface="Arial" panose="020B0604020202020204" pitchFamily="34" charset="0"/>
                <a:cs typeface="Arial" panose="020B0604020202020204" pitchFamily="34" charset="0"/>
              </a:rPr>
              <a:t>Personal administrativo y docente (10 personas)</a:t>
            </a:r>
            <a:endParaRPr lang="es-EC" sz="1500" dirty="0">
              <a:latin typeface="Arial" panose="020B0604020202020204" pitchFamily="34" charset="0"/>
              <a:cs typeface="Arial" panose="020B0604020202020204" pitchFamily="34" charset="0"/>
            </a:endParaRPr>
          </a:p>
        </p:txBody>
      </p:sp>
      <p:sp>
        <p:nvSpPr>
          <p:cNvPr id="9" name="Título 1">
            <a:extLst>
              <a:ext uri="{FF2B5EF4-FFF2-40B4-BE49-F238E27FC236}">
                <a16:creationId xmlns:a16="http://schemas.microsoft.com/office/drawing/2014/main" id="{68A3D5E8-0381-43AC-AC3A-31BC27936900}"/>
              </a:ext>
            </a:extLst>
          </p:cNvPr>
          <p:cNvSpPr txBox="1">
            <a:spLocks/>
          </p:cNvSpPr>
          <p:nvPr/>
        </p:nvSpPr>
        <p:spPr>
          <a:xfrm>
            <a:off x="1175217" y="828685"/>
            <a:ext cx="8072773" cy="60648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000" dirty="0">
                <a:latin typeface="Arial" panose="020B0604020202020204" pitchFamily="34" charset="0"/>
                <a:cs typeface="Arial" panose="020B0604020202020204" pitchFamily="34" charset="0"/>
              </a:rPr>
              <a:t>¿Cual es el problema principal?</a:t>
            </a:r>
          </a:p>
        </p:txBody>
      </p:sp>
      <p:sp>
        <p:nvSpPr>
          <p:cNvPr id="10" name="Título 1">
            <a:extLst>
              <a:ext uri="{FF2B5EF4-FFF2-40B4-BE49-F238E27FC236}">
                <a16:creationId xmlns:a16="http://schemas.microsoft.com/office/drawing/2014/main" id="{F4BBBB24-8E27-47E6-91F9-4B43915B542D}"/>
              </a:ext>
            </a:extLst>
          </p:cNvPr>
          <p:cNvSpPr txBox="1">
            <a:spLocks/>
          </p:cNvSpPr>
          <p:nvPr/>
        </p:nvSpPr>
        <p:spPr>
          <a:xfrm>
            <a:off x="1257767" y="440278"/>
            <a:ext cx="2708965" cy="273398"/>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200" b="1" dirty="0">
                <a:latin typeface="Arial" panose="020B0604020202020204" pitchFamily="34" charset="0"/>
                <a:cs typeface="Arial" panose="020B0604020202020204" pitchFamily="34" charset="0"/>
              </a:rPr>
              <a:t>Problemática</a:t>
            </a:r>
          </a:p>
        </p:txBody>
      </p:sp>
      <p:sp>
        <p:nvSpPr>
          <p:cNvPr id="6" name="Rectángulo 5">
            <a:extLst>
              <a:ext uri="{FF2B5EF4-FFF2-40B4-BE49-F238E27FC236}">
                <a16:creationId xmlns:a16="http://schemas.microsoft.com/office/drawing/2014/main" id="{F99337E1-2973-41B5-9CC2-68A02F3A3883}"/>
              </a:ext>
            </a:extLst>
          </p:cNvPr>
          <p:cNvSpPr/>
          <p:nvPr/>
        </p:nvSpPr>
        <p:spPr>
          <a:xfrm>
            <a:off x="1268463" y="1679509"/>
            <a:ext cx="10552043" cy="4349805"/>
          </a:xfrm>
          <a:prstGeom prst="rect">
            <a:avLst/>
          </a:prstGeom>
          <a:noFill/>
          <a:ln>
            <a:solidFill>
              <a:schemeClr val="bg1">
                <a:lumMod val="6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C"/>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C"/>
          </a:p>
        </p:txBody>
      </p:sp>
    </p:spTree>
    <p:extLst>
      <p:ext uri="{BB962C8B-B14F-4D97-AF65-F5344CB8AC3E}">
        <p14:creationId xmlns:p14="http://schemas.microsoft.com/office/powerpoint/2010/main" val="198723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5" name="Content Placeholder 10">
            <a:extLst>
              <a:ext uri="{FF2B5EF4-FFF2-40B4-BE49-F238E27FC236}">
                <a16:creationId xmlns:a16="http://schemas.microsoft.com/office/drawing/2014/main" id="{3DB18E5C-2F55-447F-82D5-DE7F638B0586}"/>
              </a:ext>
            </a:extLst>
          </p:cNvPr>
          <p:cNvSpPr txBox="1">
            <a:spLocks/>
          </p:cNvSpPr>
          <p:nvPr/>
        </p:nvSpPr>
        <p:spPr>
          <a:xfrm>
            <a:off x="1231329" y="1888988"/>
            <a:ext cx="9729737" cy="4178427"/>
          </a:xfrm>
          <a:prstGeom prst="rect">
            <a:avLst/>
          </a:prstGeom>
        </p:spPr>
        <p:txBody>
          <a:bodyPr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600" b="1" dirty="0">
                <a:latin typeface="Arial" panose="020B0604020202020204" pitchFamily="34" charset="0"/>
                <a:cs typeface="Arial" panose="020B0604020202020204" pitchFamily="34" charset="0"/>
              </a:rPr>
              <a:t>¿Por qué es importante?</a:t>
            </a:r>
            <a:endParaRPr lang="es-ES" sz="1600" dirty="0">
              <a:latin typeface="Arial" panose="020B0604020202020204" pitchFamily="34" charset="0"/>
              <a:cs typeface="Arial" panose="020B0604020202020204" pitchFamily="34" charset="0"/>
            </a:endParaRPr>
          </a:p>
          <a:p>
            <a:pPr>
              <a:buFont typeface="Arial" panose="020B0604020202020204" pitchFamily="34" charset="0"/>
              <a:buChar char="–"/>
            </a:pPr>
            <a:r>
              <a:rPr lang="es-ES" sz="1600" dirty="0">
                <a:latin typeface="Arial" panose="020B0604020202020204" pitchFamily="34" charset="0"/>
                <a:cs typeface="Arial" panose="020B0604020202020204" pitchFamily="34" charset="0"/>
              </a:rPr>
              <a:t>Optimiza la gestión de bienes tecnológicos y fortalece el control institucional.</a:t>
            </a:r>
          </a:p>
          <a:p>
            <a:pPr marL="0" indent="0">
              <a:buNone/>
            </a:pPr>
            <a:endParaRPr lang="es-ES" sz="1600" dirty="0">
              <a:latin typeface="Arial" panose="020B0604020202020204" pitchFamily="34" charset="0"/>
              <a:cs typeface="Arial" panose="020B0604020202020204" pitchFamily="34" charset="0"/>
            </a:endParaRPr>
          </a:p>
          <a:p>
            <a:pPr marL="0" indent="0">
              <a:buNone/>
            </a:pPr>
            <a:r>
              <a:rPr lang="es-ES" sz="1600" b="1" dirty="0">
                <a:latin typeface="Arial" panose="020B0604020202020204" pitchFamily="34" charset="0"/>
                <a:cs typeface="Arial" panose="020B0604020202020204" pitchFamily="34" charset="0"/>
              </a:rPr>
              <a:t>Aporte académico</a:t>
            </a:r>
            <a:endParaRPr lang="es-ES" sz="1600" dirty="0">
              <a:latin typeface="Arial" panose="020B0604020202020204" pitchFamily="34" charset="0"/>
              <a:cs typeface="Arial" panose="020B0604020202020204" pitchFamily="34" charset="0"/>
            </a:endParaRPr>
          </a:p>
          <a:p>
            <a:pPr>
              <a:buFont typeface="Arial" panose="020B0604020202020204" pitchFamily="34" charset="0"/>
              <a:buChar char="–"/>
            </a:pPr>
            <a:r>
              <a:rPr lang="es-ES" sz="1600" dirty="0">
                <a:latin typeface="Arial" panose="020B0604020202020204" pitchFamily="34" charset="0"/>
                <a:cs typeface="Arial" panose="020B0604020202020204" pitchFamily="34" charset="0"/>
              </a:rPr>
              <a:t>Aplica conocimientos de Tecnologías de la Información en un contexto real.</a:t>
            </a:r>
          </a:p>
          <a:p>
            <a:pPr>
              <a:buFont typeface="Arial" panose="020B0604020202020204" pitchFamily="34" charset="0"/>
              <a:buChar char="–"/>
            </a:pPr>
            <a:endParaRPr lang="es-ES" sz="1600" dirty="0">
              <a:latin typeface="Arial" panose="020B0604020202020204" pitchFamily="34" charset="0"/>
              <a:cs typeface="Arial" panose="020B0604020202020204" pitchFamily="34" charset="0"/>
            </a:endParaRPr>
          </a:p>
          <a:p>
            <a:pPr marL="0" indent="0">
              <a:buNone/>
            </a:pPr>
            <a:r>
              <a:rPr lang="es-ES" sz="1600" b="1" dirty="0">
                <a:latin typeface="Arial" panose="020B0604020202020204" pitchFamily="34" charset="0"/>
                <a:cs typeface="Arial" panose="020B0604020202020204" pitchFamily="34" charset="0"/>
              </a:rPr>
              <a:t>Aporte técnico</a:t>
            </a:r>
            <a:endParaRPr lang="es-ES" sz="1600" dirty="0">
              <a:latin typeface="Arial" panose="020B0604020202020204" pitchFamily="34" charset="0"/>
              <a:cs typeface="Arial" panose="020B0604020202020204" pitchFamily="34" charset="0"/>
            </a:endParaRPr>
          </a:p>
          <a:p>
            <a:pPr>
              <a:buFont typeface="Arial" panose="020B0604020202020204" pitchFamily="34" charset="0"/>
              <a:buChar char="–"/>
            </a:pPr>
            <a:r>
              <a:rPr lang="es-ES" sz="1600" dirty="0">
                <a:latin typeface="Arial" panose="020B0604020202020204" pitchFamily="34" charset="0"/>
                <a:cs typeface="Arial" panose="020B0604020202020204" pitchFamily="34" charset="0"/>
              </a:rPr>
              <a:t>Centraliza la información, reduce errores y mejora la trazabilidad de los bienes.</a:t>
            </a:r>
          </a:p>
          <a:p>
            <a:pPr marL="0" indent="0">
              <a:buNone/>
            </a:pPr>
            <a:endParaRPr lang="es-ES" sz="1600" dirty="0">
              <a:latin typeface="Arial" panose="020B0604020202020204" pitchFamily="34" charset="0"/>
              <a:cs typeface="Arial" panose="020B0604020202020204" pitchFamily="34" charset="0"/>
            </a:endParaRPr>
          </a:p>
          <a:p>
            <a:pPr marL="0" indent="0">
              <a:buNone/>
            </a:pPr>
            <a:r>
              <a:rPr lang="es-ES" sz="1600" b="1" dirty="0">
                <a:latin typeface="Arial" panose="020B0604020202020204" pitchFamily="34" charset="0"/>
                <a:cs typeface="Arial" panose="020B0604020202020204" pitchFamily="34" charset="0"/>
              </a:rPr>
              <a:t>Aporte social / institucional</a:t>
            </a:r>
            <a:endParaRPr lang="es-ES" sz="1600" dirty="0">
              <a:latin typeface="Arial" panose="020B0604020202020204" pitchFamily="34" charset="0"/>
              <a:cs typeface="Arial" panose="020B0604020202020204" pitchFamily="34" charset="0"/>
            </a:endParaRPr>
          </a:p>
          <a:p>
            <a:pPr>
              <a:buFont typeface="Arial" panose="020B0604020202020204" pitchFamily="34" charset="0"/>
              <a:buChar char="–"/>
            </a:pPr>
            <a:r>
              <a:rPr lang="es-ES" sz="1600" dirty="0">
                <a:latin typeface="Arial" panose="020B0604020202020204" pitchFamily="34" charset="0"/>
                <a:cs typeface="Arial" panose="020B0604020202020204" pitchFamily="34" charset="0"/>
              </a:rPr>
              <a:t>Mejora la eficiencia administrativa y la transparencia en la Unidad Educativa.</a:t>
            </a:r>
          </a:p>
          <a:p>
            <a:pPr marL="0" indent="0">
              <a:buNone/>
            </a:pPr>
            <a:br>
              <a:rPr lang="es-ES" sz="1600" dirty="0">
                <a:latin typeface="Arial" panose="020B0604020202020204" pitchFamily="34" charset="0"/>
                <a:cs typeface="Arial" panose="020B0604020202020204" pitchFamily="34" charset="0"/>
              </a:rPr>
            </a:br>
            <a:endParaRPr lang="es-EC" sz="1600" b="0" i="0" u="none" strike="noStrike" baseline="0" dirty="0">
              <a:solidFill>
                <a:srgbClr val="000000"/>
              </a:solidFill>
              <a:latin typeface="Times New Roman" panose="02020603050405020304" pitchFamily="18" charset="0"/>
            </a:endParaRPr>
          </a:p>
        </p:txBody>
      </p:sp>
      <p:sp>
        <p:nvSpPr>
          <p:cNvPr id="9" name="Título 1">
            <a:extLst>
              <a:ext uri="{FF2B5EF4-FFF2-40B4-BE49-F238E27FC236}">
                <a16:creationId xmlns:a16="http://schemas.microsoft.com/office/drawing/2014/main" id="{D56AC904-224A-4D2E-A726-3D78F67F026B}"/>
              </a:ext>
            </a:extLst>
          </p:cNvPr>
          <p:cNvSpPr txBox="1">
            <a:spLocks/>
          </p:cNvSpPr>
          <p:nvPr/>
        </p:nvSpPr>
        <p:spPr>
          <a:xfrm>
            <a:off x="1200617" y="790585"/>
            <a:ext cx="10698940" cy="60648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000" dirty="0">
                <a:latin typeface="Arial" panose="020B0604020202020204" pitchFamily="34" charset="0"/>
                <a:cs typeface="Arial" panose="020B0604020202020204" pitchFamily="34" charset="0"/>
              </a:rPr>
              <a:t>Relevancia académica, técnica e institucional del proyecto</a:t>
            </a:r>
          </a:p>
        </p:txBody>
      </p:sp>
      <p:sp>
        <p:nvSpPr>
          <p:cNvPr id="10" name="Título 1">
            <a:extLst>
              <a:ext uri="{FF2B5EF4-FFF2-40B4-BE49-F238E27FC236}">
                <a16:creationId xmlns:a16="http://schemas.microsoft.com/office/drawing/2014/main" id="{3B006880-8822-4D3D-AC97-910A97B56666}"/>
              </a:ext>
            </a:extLst>
          </p:cNvPr>
          <p:cNvSpPr txBox="1">
            <a:spLocks/>
          </p:cNvSpPr>
          <p:nvPr/>
        </p:nvSpPr>
        <p:spPr>
          <a:xfrm>
            <a:off x="1200617" y="452978"/>
            <a:ext cx="2728015" cy="273398"/>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200" b="1" dirty="0">
                <a:latin typeface="Arial" panose="020B0604020202020204" pitchFamily="34" charset="0"/>
                <a:cs typeface="Arial" panose="020B0604020202020204" pitchFamily="34" charset="0"/>
              </a:rPr>
              <a:t>Justificación</a:t>
            </a:r>
          </a:p>
        </p:txBody>
      </p:sp>
      <p:sp>
        <p:nvSpPr>
          <p:cNvPr id="6" name="Rectángulo 5">
            <a:extLst>
              <a:ext uri="{FF2B5EF4-FFF2-40B4-BE49-F238E27FC236}">
                <a16:creationId xmlns:a16="http://schemas.microsoft.com/office/drawing/2014/main" id="{F99337E1-2973-41B5-9CC2-68A02F3A3883}"/>
              </a:ext>
            </a:extLst>
          </p:cNvPr>
          <p:cNvSpPr/>
          <p:nvPr/>
        </p:nvSpPr>
        <p:spPr>
          <a:xfrm>
            <a:off x="1230934" y="1700632"/>
            <a:ext cx="10545693" cy="4178428"/>
          </a:xfrm>
          <a:prstGeom prst="rect">
            <a:avLst/>
          </a:prstGeom>
          <a:noFill/>
          <a:ln>
            <a:solidFill>
              <a:schemeClr val="bg1">
                <a:lumMod val="6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C"/>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C"/>
          </a:p>
        </p:txBody>
      </p:sp>
    </p:spTree>
    <p:extLst>
      <p:ext uri="{BB962C8B-B14F-4D97-AF65-F5344CB8AC3E}">
        <p14:creationId xmlns:p14="http://schemas.microsoft.com/office/powerpoint/2010/main" val="1630630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EE09106-BB08-4AC9-8236-8EFC42FE1F9B}"/>
              </a:ext>
            </a:extLst>
          </p:cNvPr>
          <p:cNvSpPr txBox="1">
            <a:spLocks/>
          </p:cNvSpPr>
          <p:nvPr/>
        </p:nvSpPr>
        <p:spPr>
          <a:xfrm>
            <a:off x="1124417" y="737754"/>
            <a:ext cx="11067583" cy="60648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000" dirty="0">
                <a:latin typeface="Arial" panose="020B0604020202020204" pitchFamily="34" charset="0"/>
                <a:cs typeface="Arial" panose="020B0604020202020204" pitchFamily="34" charset="0"/>
              </a:rPr>
              <a:t>Alcance y propósito de la investigación</a:t>
            </a:r>
            <a:endParaRPr lang="es-EC" sz="3000" dirty="0">
              <a:latin typeface="Arial" panose="020B0604020202020204" pitchFamily="34" charset="0"/>
              <a:cs typeface="Arial" panose="020B0604020202020204" pitchFamily="34" charset="0"/>
            </a:endParaRPr>
          </a:p>
        </p:txBody>
      </p:sp>
      <p:sp>
        <p:nvSpPr>
          <p:cNvPr id="5" name="Content Placeholder 10">
            <a:extLst>
              <a:ext uri="{FF2B5EF4-FFF2-40B4-BE49-F238E27FC236}">
                <a16:creationId xmlns:a16="http://schemas.microsoft.com/office/drawing/2014/main" id="{3DB18E5C-2F55-447F-82D5-DE7F638B0586}"/>
              </a:ext>
            </a:extLst>
          </p:cNvPr>
          <p:cNvSpPr txBox="1">
            <a:spLocks/>
          </p:cNvSpPr>
          <p:nvPr/>
        </p:nvSpPr>
        <p:spPr>
          <a:xfrm>
            <a:off x="1227032" y="1652155"/>
            <a:ext cx="10862352" cy="4089305"/>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900" b="1" i="0" u="none" strike="noStrike" baseline="0" dirty="0">
                <a:solidFill>
                  <a:srgbClr val="000000"/>
                </a:solidFill>
                <a:latin typeface="Arial" panose="020B0604020202020204" pitchFamily="34" charset="0"/>
                <a:cs typeface="Arial" panose="020B0604020202020204" pitchFamily="34" charset="0"/>
              </a:rPr>
              <a:t>Objetivo general</a:t>
            </a:r>
          </a:p>
          <a:p>
            <a:pPr marL="0" indent="0" algn="just">
              <a:buNone/>
            </a:pPr>
            <a:r>
              <a:rPr lang="es-ES" sz="1900" b="0" i="0" u="none" strike="noStrike" baseline="0" dirty="0">
                <a:solidFill>
                  <a:srgbClr val="000000"/>
                </a:solidFill>
                <a:latin typeface="Arial" panose="020B0604020202020204" pitchFamily="34" charset="0"/>
                <a:cs typeface="Arial" panose="020B0604020202020204" pitchFamily="34" charset="0"/>
              </a:rPr>
              <a:t>Desarrollar una aplicación móvil para la gestión de bienes tecnológicos en la Unidad Educativa Francisco de Orellana.</a:t>
            </a:r>
          </a:p>
          <a:p>
            <a:pPr marL="0" indent="0" algn="just">
              <a:buNone/>
            </a:pPr>
            <a:endParaRPr lang="es-ES" sz="1900" b="0" i="0" u="none" strike="noStrike" baseline="0" dirty="0">
              <a:solidFill>
                <a:srgbClr val="000000"/>
              </a:solidFill>
              <a:latin typeface="Arial" panose="020B0604020202020204" pitchFamily="34" charset="0"/>
              <a:cs typeface="Arial" panose="020B0604020202020204" pitchFamily="34" charset="0"/>
            </a:endParaRPr>
          </a:p>
          <a:p>
            <a:pPr marL="0" indent="0" algn="just">
              <a:buNone/>
            </a:pPr>
            <a:r>
              <a:rPr lang="es-ES" sz="1900" b="1" i="0" u="none" strike="noStrike" baseline="0" dirty="0">
                <a:solidFill>
                  <a:srgbClr val="000000"/>
                </a:solidFill>
                <a:latin typeface="Arial" panose="020B0604020202020204" pitchFamily="34" charset="0"/>
                <a:cs typeface="Arial" panose="020B0604020202020204" pitchFamily="34" charset="0"/>
              </a:rPr>
              <a:t>Objetivos específicos</a:t>
            </a:r>
            <a:endParaRPr lang="es-ES" sz="1900" dirty="0">
              <a:solidFill>
                <a:srgbClr val="000000"/>
              </a:solidFill>
              <a:latin typeface="Arial" panose="020B0604020202020204" pitchFamily="34" charset="0"/>
              <a:cs typeface="Arial" panose="020B0604020202020204" pitchFamily="34" charset="0"/>
            </a:endParaRPr>
          </a:p>
          <a:p>
            <a:pPr algn="just">
              <a:buFont typeface="Wingdings" panose="05000000000000000000" pitchFamily="2" charset="2"/>
              <a:buChar char="ü"/>
            </a:pPr>
            <a:r>
              <a:rPr lang="es-ES" sz="1900" b="0" i="0" u="none" strike="noStrike" baseline="0" dirty="0">
                <a:solidFill>
                  <a:srgbClr val="000000"/>
                </a:solidFill>
                <a:latin typeface="Arial" panose="020B0604020202020204" pitchFamily="34" charset="0"/>
                <a:cs typeface="Arial" panose="020B0604020202020204" pitchFamily="34" charset="0"/>
              </a:rPr>
              <a:t>Analizar el estado actual del proceso de gestión de bienes tecnológicos.</a:t>
            </a:r>
          </a:p>
          <a:p>
            <a:pPr algn="just">
              <a:buFont typeface="Wingdings" panose="05000000000000000000" pitchFamily="2" charset="2"/>
              <a:buChar char="ü"/>
            </a:pPr>
            <a:r>
              <a:rPr lang="es-ES" sz="1900" b="0" i="0" u="none" strike="noStrike" baseline="0" dirty="0">
                <a:solidFill>
                  <a:srgbClr val="000000"/>
                </a:solidFill>
                <a:latin typeface="Arial" panose="020B0604020202020204" pitchFamily="34" charset="0"/>
                <a:cs typeface="Arial" panose="020B0604020202020204" pitchFamily="34" charset="0"/>
              </a:rPr>
              <a:t>Diseñar el modelo funcional de la solución tecnológica propuesta.</a:t>
            </a:r>
          </a:p>
          <a:p>
            <a:pPr algn="just">
              <a:buFont typeface="Wingdings" panose="05000000000000000000" pitchFamily="2" charset="2"/>
              <a:buChar char="ü"/>
            </a:pPr>
            <a:r>
              <a:rPr lang="es-ES" sz="1900" b="0" i="0" u="none" strike="noStrike" baseline="0" dirty="0">
                <a:solidFill>
                  <a:srgbClr val="000000"/>
                </a:solidFill>
                <a:latin typeface="Arial" panose="020B0604020202020204" pitchFamily="34" charset="0"/>
                <a:cs typeface="Arial" panose="020B0604020202020204" pitchFamily="34" charset="0"/>
              </a:rPr>
              <a:t>Desarrollar la aplicación móvil para el control y trazabilidad de los bienes.</a:t>
            </a:r>
          </a:p>
          <a:p>
            <a:pPr algn="just">
              <a:buFont typeface="Wingdings" panose="05000000000000000000" pitchFamily="2" charset="2"/>
              <a:buChar char="ü"/>
            </a:pPr>
            <a:r>
              <a:rPr lang="es-ES" sz="1900" b="0" i="0" u="none" strike="noStrike" baseline="0" dirty="0">
                <a:solidFill>
                  <a:srgbClr val="000000"/>
                </a:solidFill>
                <a:latin typeface="Arial" panose="020B0604020202020204" pitchFamily="34" charset="0"/>
                <a:cs typeface="Arial" panose="020B0604020202020204" pitchFamily="34" charset="0"/>
              </a:rPr>
              <a:t>Evaluar la usabilidad y percepción del sistema desarrollado.</a:t>
            </a:r>
            <a:endParaRPr lang="es-EC" sz="1900" b="0" i="0" u="none" strike="noStrike" baseline="0" dirty="0">
              <a:solidFill>
                <a:srgbClr val="000000"/>
              </a:solidFill>
              <a:latin typeface="Arial" panose="020B0604020202020204" pitchFamily="34" charset="0"/>
              <a:cs typeface="Arial" panose="020B0604020202020204" pitchFamily="34" charset="0"/>
            </a:endParaRPr>
          </a:p>
        </p:txBody>
      </p:sp>
      <p:sp>
        <p:nvSpPr>
          <p:cNvPr id="6" name="Título 1">
            <a:extLst>
              <a:ext uri="{FF2B5EF4-FFF2-40B4-BE49-F238E27FC236}">
                <a16:creationId xmlns:a16="http://schemas.microsoft.com/office/drawing/2014/main" id="{48A67941-712F-4A84-92F5-1254FD2A7879}"/>
              </a:ext>
            </a:extLst>
          </p:cNvPr>
          <p:cNvSpPr txBox="1">
            <a:spLocks/>
          </p:cNvSpPr>
          <p:nvPr/>
        </p:nvSpPr>
        <p:spPr>
          <a:xfrm>
            <a:off x="1124417" y="400147"/>
            <a:ext cx="2728015" cy="273398"/>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200" b="1" dirty="0">
                <a:latin typeface="Arial" panose="020B0604020202020204" pitchFamily="34" charset="0"/>
                <a:cs typeface="Arial" panose="020B0604020202020204" pitchFamily="34" charset="0"/>
              </a:rPr>
              <a:t>Objetivos </a:t>
            </a:r>
          </a:p>
        </p:txBody>
      </p:sp>
      <p:sp>
        <p:nvSpPr>
          <p:cNvPr id="7" name="Rectángulo 6">
            <a:extLst>
              <a:ext uri="{FF2B5EF4-FFF2-40B4-BE49-F238E27FC236}">
                <a16:creationId xmlns:a16="http://schemas.microsoft.com/office/drawing/2014/main" id="{F99337E1-2973-41B5-9CC2-68A02F3A3883}"/>
              </a:ext>
            </a:extLst>
          </p:cNvPr>
          <p:cNvSpPr/>
          <p:nvPr/>
        </p:nvSpPr>
        <p:spPr>
          <a:xfrm>
            <a:off x="1211884" y="1652156"/>
            <a:ext cx="10862352" cy="3938154"/>
          </a:xfrm>
          <a:prstGeom prst="rect">
            <a:avLst/>
          </a:prstGeom>
          <a:noFill/>
          <a:ln>
            <a:solidFill>
              <a:schemeClr val="bg1">
                <a:lumMod val="6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C"/>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C"/>
          </a:p>
        </p:txBody>
      </p:sp>
    </p:spTree>
    <p:extLst>
      <p:ext uri="{BB962C8B-B14F-4D97-AF65-F5344CB8AC3E}">
        <p14:creationId xmlns:p14="http://schemas.microsoft.com/office/powerpoint/2010/main" val="2585186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a:extLst>
            <a:ext uri="{FF2B5EF4-FFF2-40B4-BE49-F238E27FC236}">
              <a16:creationId xmlns:a16="http://schemas.microsoft.com/office/drawing/2014/main" id="{FE47E79E-D3A0-8641-CF68-89625061CD82}"/>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D1F6D107-64ED-0EB6-F701-05B6E95EC04E}"/>
              </a:ext>
            </a:extLst>
          </p:cNvPr>
          <p:cNvSpPr txBox="1">
            <a:spLocks/>
          </p:cNvSpPr>
          <p:nvPr/>
        </p:nvSpPr>
        <p:spPr>
          <a:xfrm>
            <a:off x="1124417" y="550718"/>
            <a:ext cx="11067583" cy="60648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000" dirty="0">
                <a:latin typeface="Arial" panose="020B0604020202020204" pitchFamily="34" charset="0"/>
                <a:cs typeface="Arial" panose="020B0604020202020204" pitchFamily="34" charset="0"/>
              </a:rPr>
              <a:t>Aplicaciones móviles para la gestión de inventarios institucionales</a:t>
            </a:r>
            <a:endParaRPr lang="es-EC" sz="3000" dirty="0">
              <a:latin typeface="Arial" panose="020B0604020202020204" pitchFamily="34" charset="0"/>
              <a:cs typeface="Arial" panose="020B0604020202020204" pitchFamily="34" charset="0"/>
            </a:endParaRPr>
          </a:p>
        </p:txBody>
      </p:sp>
      <p:sp>
        <p:nvSpPr>
          <p:cNvPr id="5" name="Content Placeholder 10">
            <a:extLst>
              <a:ext uri="{FF2B5EF4-FFF2-40B4-BE49-F238E27FC236}">
                <a16:creationId xmlns:a16="http://schemas.microsoft.com/office/drawing/2014/main" id="{89A5A2A8-CFB8-DB64-82D0-DCAA1BA3E24D}"/>
              </a:ext>
            </a:extLst>
          </p:cNvPr>
          <p:cNvSpPr txBox="1">
            <a:spLocks/>
          </p:cNvSpPr>
          <p:nvPr/>
        </p:nvSpPr>
        <p:spPr>
          <a:xfrm>
            <a:off x="1211884" y="1927514"/>
            <a:ext cx="10862352" cy="4333008"/>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C" sz="1700" b="1" dirty="0">
                <a:latin typeface="Arial" panose="020B0604020202020204" pitchFamily="34" charset="0"/>
                <a:cs typeface="Arial" panose="020B0604020202020204" pitchFamily="34" charset="0"/>
              </a:rPr>
              <a:t>Investigaciones</a:t>
            </a:r>
            <a:endParaRPr lang="es-ES" sz="1700" b="1" i="0" u="none" strike="noStrike" baseline="0" dirty="0">
              <a:solidFill>
                <a:srgbClr val="000000"/>
              </a:solidFill>
              <a:latin typeface="Arial" panose="020B0604020202020204" pitchFamily="34" charset="0"/>
              <a:cs typeface="Arial" panose="020B0604020202020204" pitchFamily="34" charset="0"/>
            </a:endParaRPr>
          </a:p>
          <a:p>
            <a:pPr marL="0" indent="0" algn="just">
              <a:buNone/>
            </a:pPr>
            <a:r>
              <a:rPr lang="es-ES" sz="1600" b="0" i="0" u="none" strike="noStrike" baseline="0" dirty="0">
                <a:solidFill>
                  <a:srgbClr val="000000"/>
                </a:solidFill>
                <a:latin typeface="Arial" panose="020B0604020202020204" pitchFamily="34" charset="0"/>
                <a:cs typeface="Arial" panose="020B0604020202020204" pitchFamily="34" charset="0"/>
              </a:rPr>
              <a:t>Estudios recientes evidencian que las aplicaciones móviles mejoran la gestión de inventarios frente a métodos manuales.</a:t>
            </a:r>
          </a:p>
          <a:p>
            <a:pPr algn="just"/>
            <a:r>
              <a:rPr lang="es-ES" sz="1600" b="0" i="0" u="none" strike="noStrike" baseline="0" dirty="0">
                <a:solidFill>
                  <a:srgbClr val="000000"/>
                </a:solidFill>
                <a:latin typeface="Arial" panose="020B0604020202020204" pitchFamily="34" charset="0"/>
                <a:cs typeface="Arial" panose="020B0604020202020204" pitchFamily="34" charset="0"/>
              </a:rPr>
              <a:t>Investigaciones de Quimis Sánchez et al. (2022, 2024) demuestran reducción de errores y mayor trazabilidad en inventarios.</a:t>
            </a:r>
          </a:p>
          <a:p>
            <a:pPr algn="just"/>
            <a:r>
              <a:rPr lang="es-ES" sz="1600" b="0" i="0" u="none" strike="noStrike" baseline="0" dirty="0">
                <a:solidFill>
                  <a:srgbClr val="000000"/>
                </a:solidFill>
                <a:latin typeface="Arial" panose="020B0604020202020204" pitchFamily="34" charset="0"/>
                <a:cs typeface="Arial" panose="020B0604020202020204" pitchFamily="34" charset="0"/>
              </a:rPr>
              <a:t>Chacón y Estrada (2023) destacan el acceso simultáneo y centralizado mediante apps móviles.</a:t>
            </a:r>
          </a:p>
          <a:p>
            <a:pPr algn="just"/>
            <a:r>
              <a:rPr lang="es-ES" sz="1600" b="0" i="0" u="none" strike="noStrike" baseline="0" dirty="0">
                <a:solidFill>
                  <a:srgbClr val="000000"/>
                </a:solidFill>
                <a:latin typeface="Arial" panose="020B0604020202020204" pitchFamily="34" charset="0"/>
                <a:cs typeface="Arial" panose="020B0604020202020204" pitchFamily="34" charset="0"/>
              </a:rPr>
              <a:t>Álava Mero (2024) confirma mejoras en control y disminución de pérdidas operativas.</a:t>
            </a:r>
          </a:p>
          <a:p>
            <a:pPr algn="just"/>
            <a:r>
              <a:rPr lang="es-ES" sz="1600" b="0" i="0" u="none" strike="noStrike" baseline="0" dirty="0">
                <a:solidFill>
                  <a:srgbClr val="000000"/>
                </a:solidFill>
                <a:latin typeface="Arial" panose="020B0604020202020204" pitchFamily="34" charset="0"/>
                <a:cs typeface="Arial" panose="020B0604020202020204" pitchFamily="34" charset="0"/>
              </a:rPr>
              <a:t>Arauco Porras (2024) valida el uso de apps móviles en instituciones educativas, destacando estandarización y control.</a:t>
            </a:r>
          </a:p>
          <a:p>
            <a:pPr marL="0" indent="0">
              <a:buNone/>
            </a:pPr>
            <a:r>
              <a:rPr lang="es-ES" sz="1700" b="1" i="0" u="none" strike="noStrike" baseline="0" dirty="0">
                <a:solidFill>
                  <a:srgbClr val="000000"/>
                </a:solidFill>
                <a:latin typeface="Arial" panose="020B0604020202020204" pitchFamily="34" charset="0"/>
                <a:cs typeface="Arial" panose="020B0604020202020204" pitchFamily="34" charset="0"/>
              </a:rPr>
              <a:t>Vacío identificado:</a:t>
            </a:r>
          </a:p>
          <a:p>
            <a:pPr algn="just"/>
            <a:r>
              <a:rPr lang="es-ES" sz="1600" b="0" i="0" u="none" strike="noStrike" baseline="0" dirty="0">
                <a:solidFill>
                  <a:srgbClr val="000000"/>
                </a:solidFill>
                <a:latin typeface="Arial" panose="020B0604020202020204" pitchFamily="34" charset="0"/>
                <a:cs typeface="Arial" panose="020B0604020202020204" pitchFamily="34" charset="0"/>
              </a:rPr>
              <a:t>La mayoría de los estudios no se enfocan en unidades educativas ecuatorianas ni integran control institucional específico.</a:t>
            </a:r>
          </a:p>
          <a:p>
            <a:pPr marL="0" indent="0" algn="just">
              <a:buNone/>
            </a:pPr>
            <a:r>
              <a:rPr lang="es-ES" sz="1700" b="1" i="0" u="none" strike="noStrike" baseline="0" dirty="0">
                <a:solidFill>
                  <a:srgbClr val="000000"/>
                </a:solidFill>
                <a:latin typeface="Arial" panose="020B0604020202020204" pitchFamily="34" charset="0"/>
                <a:cs typeface="Arial" panose="020B0604020202020204" pitchFamily="34" charset="0"/>
              </a:rPr>
              <a:t>Aporte del trabajo:</a:t>
            </a:r>
          </a:p>
          <a:p>
            <a:pPr algn="just"/>
            <a:r>
              <a:rPr lang="es-ES" sz="1600" b="0" i="0" u="none" strike="noStrike" baseline="0" dirty="0">
                <a:solidFill>
                  <a:srgbClr val="000000"/>
                </a:solidFill>
                <a:latin typeface="Arial" panose="020B0604020202020204" pitchFamily="34" charset="0"/>
                <a:cs typeface="Arial" panose="020B0604020202020204" pitchFamily="34" charset="0"/>
              </a:rPr>
              <a:t>Aplicación móvil adaptada al contexto real de la Unidad Educativa Francisco de Orellana, orientada a control, seguimiento y trazabilidad de bienes tecnológicos.</a:t>
            </a:r>
            <a:endParaRPr lang="es-EC" sz="1700" b="0" i="0" u="none" strike="noStrike" baseline="0" dirty="0">
              <a:solidFill>
                <a:srgbClr val="000000"/>
              </a:solidFill>
              <a:latin typeface="Arial" panose="020B0604020202020204" pitchFamily="34" charset="0"/>
              <a:cs typeface="Arial" panose="020B0604020202020204" pitchFamily="34" charset="0"/>
            </a:endParaRPr>
          </a:p>
        </p:txBody>
      </p:sp>
      <p:sp>
        <p:nvSpPr>
          <p:cNvPr id="6" name="Título 1">
            <a:extLst>
              <a:ext uri="{FF2B5EF4-FFF2-40B4-BE49-F238E27FC236}">
                <a16:creationId xmlns:a16="http://schemas.microsoft.com/office/drawing/2014/main" id="{B7C97565-2837-0BDD-29DC-F6A9F596A822}"/>
              </a:ext>
            </a:extLst>
          </p:cNvPr>
          <p:cNvSpPr txBox="1">
            <a:spLocks/>
          </p:cNvSpPr>
          <p:nvPr/>
        </p:nvSpPr>
        <p:spPr>
          <a:xfrm>
            <a:off x="1124417" y="213111"/>
            <a:ext cx="2728015" cy="273398"/>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200" b="1" dirty="0">
                <a:latin typeface="Arial" panose="020B0604020202020204" pitchFamily="34" charset="0"/>
                <a:cs typeface="Arial" panose="020B0604020202020204" pitchFamily="34" charset="0"/>
              </a:rPr>
              <a:t>Estado de Arte </a:t>
            </a:r>
          </a:p>
        </p:txBody>
      </p:sp>
      <p:sp>
        <p:nvSpPr>
          <p:cNvPr id="7" name="Rectángulo 6">
            <a:extLst>
              <a:ext uri="{FF2B5EF4-FFF2-40B4-BE49-F238E27FC236}">
                <a16:creationId xmlns:a16="http://schemas.microsoft.com/office/drawing/2014/main" id="{A3DED2D7-9E39-86E5-590D-B7DDCFE66A88}"/>
              </a:ext>
            </a:extLst>
          </p:cNvPr>
          <p:cNvSpPr/>
          <p:nvPr/>
        </p:nvSpPr>
        <p:spPr>
          <a:xfrm>
            <a:off x="1211884" y="1652155"/>
            <a:ext cx="10862352" cy="4883727"/>
          </a:xfrm>
          <a:prstGeom prst="rect">
            <a:avLst/>
          </a:prstGeom>
          <a:noFill/>
          <a:ln>
            <a:solidFill>
              <a:schemeClr val="bg1">
                <a:lumMod val="6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C"/>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C"/>
          </a:p>
        </p:txBody>
      </p:sp>
    </p:spTree>
    <p:extLst>
      <p:ext uri="{BB962C8B-B14F-4D97-AF65-F5344CB8AC3E}">
        <p14:creationId xmlns:p14="http://schemas.microsoft.com/office/powerpoint/2010/main" val="1928137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5" name="Content Placeholder 10">
            <a:extLst>
              <a:ext uri="{FF2B5EF4-FFF2-40B4-BE49-F238E27FC236}">
                <a16:creationId xmlns:a16="http://schemas.microsoft.com/office/drawing/2014/main" id="{3DB18E5C-2F55-447F-82D5-DE7F638B0586}"/>
              </a:ext>
            </a:extLst>
          </p:cNvPr>
          <p:cNvSpPr txBox="1">
            <a:spLocks/>
          </p:cNvSpPr>
          <p:nvPr/>
        </p:nvSpPr>
        <p:spPr>
          <a:xfrm>
            <a:off x="1294434" y="1612504"/>
            <a:ext cx="4015321" cy="4779818"/>
          </a:xfrm>
          <a:prstGeom prst="rect">
            <a:avLst/>
          </a:prstGeom>
        </p:spPr>
        <p:txBody>
          <a:bodyPr anchor="ctr">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s-ES" sz="1800" b="1" i="0" u="none" strike="noStrike" baseline="0" dirty="0">
              <a:solidFill>
                <a:srgbClr val="000000"/>
              </a:solidFill>
              <a:latin typeface="Arial" panose="020B0604020202020204" pitchFamily="34" charset="0"/>
              <a:cs typeface="Arial" panose="020B0604020202020204" pitchFamily="34" charset="0"/>
            </a:endParaRPr>
          </a:p>
          <a:p>
            <a:pPr marL="0" indent="0">
              <a:buNone/>
            </a:pPr>
            <a:r>
              <a:rPr lang="es-ES" sz="6000" b="1" i="0" u="none" strike="noStrike" baseline="0" dirty="0">
                <a:solidFill>
                  <a:srgbClr val="000000"/>
                </a:solidFill>
                <a:latin typeface="Arial" panose="020B0604020202020204" pitchFamily="34" charset="0"/>
                <a:cs typeface="Arial" panose="020B0604020202020204" pitchFamily="34" charset="0"/>
              </a:rPr>
              <a:t>Tipo de investigación</a:t>
            </a:r>
          </a:p>
          <a:p>
            <a:pPr marL="0" indent="0">
              <a:buNone/>
            </a:pPr>
            <a:r>
              <a:rPr lang="es-ES" sz="6000" b="0" i="0" u="none" strike="noStrike" baseline="0" dirty="0">
                <a:solidFill>
                  <a:srgbClr val="000000"/>
                </a:solidFill>
                <a:latin typeface="Arial" panose="020B0604020202020204" pitchFamily="34" charset="0"/>
                <a:cs typeface="Arial" panose="020B0604020202020204" pitchFamily="34" charset="0"/>
              </a:rPr>
              <a:t>Aplicada y descriptiva</a:t>
            </a:r>
          </a:p>
          <a:p>
            <a:pPr marL="0" indent="0">
              <a:buNone/>
            </a:pPr>
            <a:endParaRPr lang="es-ES" sz="6000" b="0" i="0" u="none" strike="noStrike" baseline="0" dirty="0">
              <a:solidFill>
                <a:srgbClr val="000000"/>
              </a:solidFill>
              <a:latin typeface="Arial" panose="020B0604020202020204" pitchFamily="34" charset="0"/>
              <a:cs typeface="Arial" panose="020B0604020202020204" pitchFamily="34" charset="0"/>
            </a:endParaRPr>
          </a:p>
          <a:p>
            <a:pPr marL="0" indent="0">
              <a:buNone/>
            </a:pPr>
            <a:r>
              <a:rPr lang="es-ES" sz="6000" b="1" i="0" u="none" strike="noStrike" baseline="0" dirty="0">
                <a:solidFill>
                  <a:srgbClr val="000000"/>
                </a:solidFill>
                <a:latin typeface="Arial" panose="020B0604020202020204" pitchFamily="34" charset="0"/>
                <a:cs typeface="Arial" panose="020B0604020202020204" pitchFamily="34" charset="0"/>
              </a:rPr>
              <a:t>Enfoque</a:t>
            </a:r>
          </a:p>
          <a:p>
            <a:pPr marL="0" indent="0">
              <a:buNone/>
            </a:pPr>
            <a:r>
              <a:rPr lang="es-ES" sz="6000" b="0" i="0" u="none" strike="noStrike" baseline="0" dirty="0">
                <a:solidFill>
                  <a:srgbClr val="000000"/>
                </a:solidFill>
                <a:latin typeface="Arial" panose="020B0604020202020204" pitchFamily="34" charset="0"/>
                <a:cs typeface="Arial" panose="020B0604020202020204" pitchFamily="34" charset="0"/>
              </a:rPr>
              <a:t>Mixto (cuantitativo y cualitativo)</a:t>
            </a:r>
          </a:p>
          <a:p>
            <a:pPr marL="0" indent="0">
              <a:buNone/>
            </a:pPr>
            <a:endParaRPr lang="es-ES" sz="6000" b="0" i="0" u="none" strike="noStrike" baseline="0" dirty="0">
              <a:solidFill>
                <a:srgbClr val="000000"/>
              </a:solidFill>
              <a:latin typeface="Arial" panose="020B0604020202020204" pitchFamily="34" charset="0"/>
              <a:cs typeface="Arial" panose="020B0604020202020204" pitchFamily="34" charset="0"/>
            </a:endParaRPr>
          </a:p>
          <a:p>
            <a:pPr marL="0" indent="0">
              <a:buNone/>
            </a:pPr>
            <a:r>
              <a:rPr lang="es-ES" sz="6000" b="1" i="0" u="none" strike="noStrike" baseline="0" dirty="0">
                <a:solidFill>
                  <a:srgbClr val="000000"/>
                </a:solidFill>
                <a:latin typeface="Arial" panose="020B0604020202020204" pitchFamily="34" charset="0"/>
                <a:cs typeface="Arial" panose="020B0604020202020204" pitchFamily="34" charset="0"/>
              </a:rPr>
              <a:t>Técnicas e instrumentos</a:t>
            </a:r>
            <a:r>
              <a:rPr lang="es-ES" sz="6000" b="0" i="0" u="none" strike="noStrike" baseline="0" dirty="0">
                <a:solidFill>
                  <a:srgbClr val="000000"/>
                </a:solidFill>
                <a:latin typeface="Arial" panose="020B0604020202020204" pitchFamily="34" charset="0"/>
                <a:cs typeface="Arial" panose="020B0604020202020204" pitchFamily="34" charset="0"/>
              </a:rPr>
              <a:t> </a:t>
            </a:r>
          </a:p>
          <a:p>
            <a:pPr>
              <a:buFont typeface="Courier New" panose="02070309020205020404" pitchFamily="49" charset="0"/>
              <a:buChar char="o"/>
            </a:pPr>
            <a:r>
              <a:rPr lang="es-ES" sz="6000" b="0" i="0" u="none" strike="noStrike" baseline="0" dirty="0">
                <a:solidFill>
                  <a:srgbClr val="000000"/>
                </a:solidFill>
                <a:latin typeface="Arial" panose="020B0604020202020204" pitchFamily="34" charset="0"/>
                <a:cs typeface="Arial" panose="020B0604020202020204" pitchFamily="34" charset="0"/>
              </a:rPr>
              <a:t>Observación directa </a:t>
            </a:r>
          </a:p>
          <a:p>
            <a:pPr>
              <a:buFont typeface="Courier New" panose="02070309020205020404" pitchFamily="49" charset="0"/>
              <a:buChar char="o"/>
            </a:pPr>
            <a:r>
              <a:rPr lang="es-ES" sz="6000" b="0" i="0" u="none" strike="noStrike" baseline="0" dirty="0">
                <a:solidFill>
                  <a:srgbClr val="000000"/>
                </a:solidFill>
                <a:latin typeface="Arial" panose="020B0604020202020204" pitchFamily="34" charset="0"/>
                <a:cs typeface="Arial" panose="020B0604020202020204" pitchFamily="34" charset="0"/>
              </a:rPr>
              <a:t>Encuestas</a:t>
            </a:r>
          </a:p>
          <a:p>
            <a:pPr>
              <a:buFont typeface="Courier New" panose="02070309020205020404" pitchFamily="49" charset="0"/>
              <a:buChar char="o"/>
            </a:pPr>
            <a:r>
              <a:rPr lang="es-ES" sz="6000" b="0" i="0" u="none" strike="noStrike" baseline="0" dirty="0">
                <a:solidFill>
                  <a:srgbClr val="000000"/>
                </a:solidFill>
                <a:latin typeface="Arial" panose="020B0604020202020204" pitchFamily="34" charset="0"/>
                <a:cs typeface="Arial" panose="020B0604020202020204" pitchFamily="34" charset="0"/>
              </a:rPr>
              <a:t>Fichas de observación</a:t>
            </a:r>
          </a:p>
          <a:p>
            <a:pPr>
              <a:buFont typeface="Courier New" panose="02070309020205020404" pitchFamily="49" charset="0"/>
              <a:buChar char="o"/>
            </a:pPr>
            <a:endParaRPr lang="es-ES" sz="6000" b="0" i="0" u="none" strike="noStrike" baseline="0" dirty="0">
              <a:solidFill>
                <a:srgbClr val="000000"/>
              </a:solidFill>
              <a:latin typeface="Arial" panose="020B0604020202020204" pitchFamily="34" charset="0"/>
              <a:cs typeface="Arial" panose="020B0604020202020204" pitchFamily="34" charset="0"/>
            </a:endParaRPr>
          </a:p>
          <a:p>
            <a:pPr marL="0" indent="0">
              <a:buNone/>
            </a:pPr>
            <a:r>
              <a:rPr lang="es-ES" sz="6000" b="1" i="0" u="none" strike="noStrike" baseline="0" dirty="0">
                <a:solidFill>
                  <a:srgbClr val="000000"/>
                </a:solidFill>
                <a:latin typeface="Arial" panose="020B0604020202020204" pitchFamily="34" charset="0"/>
                <a:cs typeface="Arial" panose="020B0604020202020204" pitchFamily="34" charset="0"/>
              </a:rPr>
              <a:t>Fases del desarrollo</a:t>
            </a:r>
          </a:p>
          <a:p>
            <a:pPr marL="0" indent="0">
              <a:buNone/>
            </a:pPr>
            <a:r>
              <a:rPr lang="es-ES" sz="6000" b="0" i="0" u="none" strike="noStrike" baseline="0" dirty="0">
                <a:solidFill>
                  <a:srgbClr val="000000"/>
                </a:solidFill>
                <a:latin typeface="Arial" panose="020B0604020202020204" pitchFamily="34" charset="0"/>
                <a:cs typeface="Arial" panose="020B0604020202020204" pitchFamily="34" charset="0"/>
              </a:rPr>
              <a:t>Análisis → Diseño → Desarrollo → Evaluación</a:t>
            </a:r>
          </a:p>
          <a:p>
            <a:pPr marL="0" indent="0">
              <a:buNone/>
            </a:pPr>
            <a:endParaRPr lang="es-ES" sz="6000" b="0" i="0" u="none" strike="noStrike" baseline="0" dirty="0">
              <a:solidFill>
                <a:srgbClr val="000000"/>
              </a:solidFill>
              <a:latin typeface="Arial" panose="020B0604020202020204" pitchFamily="34" charset="0"/>
              <a:cs typeface="Arial" panose="020B0604020202020204" pitchFamily="34" charset="0"/>
            </a:endParaRPr>
          </a:p>
          <a:p>
            <a:pPr marL="0" indent="0">
              <a:buNone/>
            </a:pPr>
            <a:r>
              <a:rPr lang="es-ES" sz="6000" b="1" i="0" u="none" strike="noStrike" baseline="0" dirty="0">
                <a:solidFill>
                  <a:srgbClr val="000000"/>
                </a:solidFill>
                <a:latin typeface="Arial" panose="020B0604020202020204" pitchFamily="34" charset="0"/>
                <a:cs typeface="Arial" panose="020B0604020202020204" pitchFamily="34" charset="0"/>
              </a:rPr>
              <a:t>Población</a:t>
            </a:r>
          </a:p>
          <a:p>
            <a:pPr marL="0" indent="0">
              <a:buNone/>
            </a:pPr>
            <a:r>
              <a:rPr lang="es-ES" sz="6000" b="0" i="0" u="none" strike="noStrike" baseline="0" dirty="0">
                <a:solidFill>
                  <a:srgbClr val="000000"/>
                </a:solidFill>
                <a:latin typeface="Arial" panose="020B0604020202020204" pitchFamily="34" charset="0"/>
                <a:cs typeface="Arial" panose="020B0604020202020204" pitchFamily="34" charset="0"/>
              </a:rPr>
              <a:t>Personal administrativo y docente</a:t>
            </a:r>
            <a:r>
              <a:rPr lang="es-ES" sz="6000" b="0" i="1" u="none" strike="noStrike" baseline="0" dirty="0">
                <a:solidFill>
                  <a:srgbClr val="000000"/>
                </a:solidFill>
                <a:latin typeface="Arial" panose="020B0604020202020204" pitchFamily="34" charset="0"/>
                <a:cs typeface="Arial" panose="020B0604020202020204" pitchFamily="34" charset="0"/>
              </a:rPr>
              <a:t>(10 personas)</a:t>
            </a:r>
            <a:r>
              <a:rPr lang="es-EC" sz="5600" b="0" i="1" u="none" strike="noStrike" baseline="0" dirty="0">
                <a:solidFill>
                  <a:srgbClr val="000000"/>
                </a:solidFill>
                <a:latin typeface="Arial" panose="020B0604020202020204" pitchFamily="34" charset="0"/>
                <a:cs typeface="Arial" panose="020B0604020202020204" pitchFamily="34" charset="0"/>
              </a:rPr>
              <a:t> </a:t>
            </a:r>
          </a:p>
        </p:txBody>
      </p:sp>
      <p:sp>
        <p:nvSpPr>
          <p:cNvPr id="10" name="Título 1">
            <a:extLst>
              <a:ext uri="{FF2B5EF4-FFF2-40B4-BE49-F238E27FC236}">
                <a16:creationId xmlns:a16="http://schemas.microsoft.com/office/drawing/2014/main" id="{D4C5542A-18A7-4FD4-B6A9-D730C8B405FC}"/>
              </a:ext>
            </a:extLst>
          </p:cNvPr>
          <p:cNvSpPr txBox="1">
            <a:spLocks/>
          </p:cNvSpPr>
          <p:nvPr/>
        </p:nvSpPr>
        <p:spPr>
          <a:xfrm>
            <a:off x="1276817" y="803285"/>
            <a:ext cx="8142623" cy="606489"/>
          </a:xfrm>
          <a:prstGeom prst="rect">
            <a:avLst/>
          </a:prstGeom>
        </p:spPr>
        <p:txBody>
          <a:bodyP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000" dirty="0">
                <a:latin typeface="Arial" panose="020B0604020202020204" pitchFamily="34" charset="0"/>
                <a:cs typeface="Arial" panose="020B0604020202020204" pitchFamily="34" charset="0"/>
              </a:rPr>
              <a:t>Enfoque y proceso metodológico de la investigación</a:t>
            </a:r>
            <a:endParaRPr lang="es-EC" sz="3000" dirty="0">
              <a:latin typeface="Arial" panose="020B0604020202020204" pitchFamily="34" charset="0"/>
              <a:cs typeface="Arial" panose="020B0604020202020204" pitchFamily="34" charset="0"/>
            </a:endParaRPr>
          </a:p>
        </p:txBody>
      </p:sp>
      <p:sp>
        <p:nvSpPr>
          <p:cNvPr id="11" name="Título 1">
            <a:extLst>
              <a:ext uri="{FF2B5EF4-FFF2-40B4-BE49-F238E27FC236}">
                <a16:creationId xmlns:a16="http://schemas.microsoft.com/office/drawing/2014/main" id="{91F4519F-E502-49DB-9A9A-C93C90434652}"/>
              </a:ext>
            </a:extLst>
          </p:cNvPr>
          <p:cNvSpPr txBox="1">
            <a:spLocks/>
          </p:cNvSpPr>
          <p:nvPr/>
        </p:nvSpPr>
        <p:spPr>
          <a:xfrm>
            <a:off x="1276817" y="465678"/>
            <a:ext cx="2728015" cy="273398"/>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200" b="1" dirty="0">
                <a:latin typeface="Arial" panose="020B0604020202020204" pitchFamily="34" charset="0"/>
                <a:cs typeface="Arial" panose="020B0604020202020204" pitchFamily="34" charset="0"/>
              </a:rPr>
              <a:t>Metodología</a:t>
            </a:r>
          </a:p>
        </p:txBody>
      </p:sp>
      <p:sp>
        <p:nvSpPr>
          <p:cNvPr id="12" name="Rectángulo 11">
            <a:extLst>
              <a:ext uri="{FF2B5EF4-FFF2-40B4-BE49-F238E27FC236}">
                <a16:creationId xmlns:a16="http://schemas.microsoft.com/office/drawing/2014/main" id="{F99337E1-2973-41B5-9CC2-68A02F3A3883}"/>
              </a:ext>
            </a:extLst>
          </p:cNvPr>
          <p:cNvSpPr/>
          <p:nvPr/>
        </p:nvSpPr>
        <p:spPr>
          <a:xfrm>
            <a:off x="1294434" y="1267691"/>
            <a:ext cx="10790193" cy="5327361"/>
          </a:xfrm>
          <a:prstGeom prst="rect">
            <a:avLst/>
          </a:prstGeom>
          <a:noFill/>
          <a:ln>
            <a:solidFill>
              <a:schemeClr val="bg1">
                <a:lumMod val="6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C"/>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C"/>
          </a:p>
        </p:txBody>
      </p:sp>
      <p:graphicFrame>
        <p:nvGraphicFramePr>
          <p:cNvPr id="4" name="Tabla 3">
            <a:extLst>
              <a:ext uri="{FF2B5EF4-FFF2-40B4-BE49-F238E27FC236}">
                <a16:creationId xmlns:a16="http://schemas.microsoft.com/office/drawing/2014/main" id="{69387F71-FDFE-472F-73CB-4593B373775B}"/>
              </a:ext>
            </a:extLst>
          </p:cNvPr>
          <p:cNvGraphicFramePr>
            <a:graphicFrameLocks noGrp="1"/>
          </p:cNvGraphicFramePr>
          <p:nvPr>
            <p:extLst>
              <p:ext uri="{D42A27DB-BD31-4B8C-83A1-F6EECF244321}">
                <p14:modId xmlns:p14="http://schemas.microsoft.com/office/powerpoint/2010/main" val="2601242554"/>
              </p:ext>
            </p:extLst>
          </p:nvPr>
        </p:nvGraphicFramePr>
        <p:xfrm>
          <a:off x="4958369" y="1468730"/>
          <a:ext cx="7011958" cy="4822361"/>
        </p:xfrm>
        <a:graphic>
          <a:graphicData uri="http://schemas.openxmlformats.org/drawingml/2006/table">
            <a:tbl>
              <a:tblPr firstRow="1" firstCol="1" bandRow="1">
                <a:tableStyleId>{5C22544A-7EE6-4342-B048-85BDC9FD1C3A}</a:tableStyleId>
              </a:tblPr>
              <a:tblGrid>
                <a:gridCol w="1604809">
                  <a:extLst>
                    <a:ext uri="{9D8B030D-6E8A-4147-A177-3AD203B41FA5}">
                      <a16:colId xmlns:a16="http://schemas.microsoft.com/office/drawing/2014/main" val="2092588802"/>
                    </a:ext>
                  </a:extLst>
                </a:gridCol>
                <a:gridCol w="1167172">
                  <a:extLst>
                    <a:ext uri="{9D8B030D-6E8A-4147-A177-3AD203B41FA5}">
                      <a16:colId xmlns:a16="http://schemas.microsoft.com/office/drawing/2014/main" val="1385807644"/>
                    </a:ext>
                  </a:extLst>
                </a:gridCol>
                <a:gridCol w="1350042">
                  <a:extLst>
                    <a:ext uri="{9D8B030D-6E8A-4147-A177-3AD203B41FA5}">
                      <a16:colId xmlns:a16="http://schemas.microsoft.com/office/drawing/2014/main" val="1720002237"/>
                    </a:ext>
                  </a:extLst>
                </a:gridCol>
                <a:gridCol w="1697885">
                  <a:extLst>
                    <a:ext uri="{9D8B030D-6E8A-4147-A177-3AD203B41FA5}">
                      <a16:colId xmlns:a16="http://schemas.microsoft.com/office/drawing/2014/main" val="535780620"/>
                    </a:ext>
                  </a:extLst>
                </a:gridCol>
                <a:gridCol w="1192050">
                  <a:extLst>
                    <a:ext uri="{9D8B030D-6E8A-4147-A177-3AD203B41FA5}">
                      <a16:colId xmlns:a16="http://schemas.microsoft.com/office/drawing/2014/main" val="1187649647"/>
                    </a:ext>
                  </a:extLst>
                </a:gridCol>
              </a:tblGrid>
              <a:tr h="288634">
                <a:tc gridSpan="5">
                  <a:txBody>
                    <a:bodyPr/>
                    <a:lstStyle/>
                    <a:p>
                      <a:pPr algn="ctr">
                        <a:lnSpc>
                          <a:spcPct val="150000"/>
                        </a:lnSpc>
                      </a:pPr>
                      <a:r>
                        <a:rPr lang="es-EC" sz="1400" dirty="0">
                          <a:effectLst/>
                        </a:rPr>
                        <a:t>Tabla 2 Relación entre Objetivos Específicos, Técnicas e Instrumentos</a:t>
                      </a:r>
                    </a:p>
                  </a:txBody>
                  <a:tcPr marL="68580" marR="68580" marT="0" marB="0">
                    <a:solidFill>
                      <a:srgbClr val="C00000"/>
                    </a:solidFill>
                  </a:tcPr>
                </a:tc>
                <a:tc hMerge="1">
                  <a:txBody>
                    <a:bodyPr/>
                    <a:lstStyle/>
                    <a:p>
                      <a:endParaRPr lang="es-EC"/>
                    </a:p>
                  </a:txBody>
                  <a:tcPr/>
                </a:tc>
                <a:tc hMerge="1">
                  <a:txBody>
                    <a:bodyPr/>
                    <a:lstStyle/>
                    <a:p>
                      <a:endParaRPr lang="es-EC"/>
                    </a:p>
                  </a:txBody>
                  <a:tcPr/>
                </a:tc>
                <a:tc hMerge="1">
                  <a:txBody>
                    <a:bodyPr/>
                    <a:lstStyle/>
                    <a:p>
                      <a:endParaRPr lang="es-EC"/>
                    </a:p>
                  </a:txBody>
                  <a:tcPr/>
                </a:tc>
                <a:tc hMerge="1">
                  <a:txBody>
                    <a:bodyPr/>
                    <a:lstStyle/>
                    <a:p>
                      <a:endParaRPr lang="es-EC"/>
                    </a:p>
                  </a:txBody>
                  <a:tcPr/>
                </a:tc>
                <a:extLst>
                  <a:ext uri="{0D108BD9-81ED-4DB2-BD59-A6C34878D82A}">
                    <a16:rowId xmlns:a16="http://schemas.microsoft.com/office/drawing/2014/main" val="3112187319"/>
                  </a:ext>
                </a:extLst>
              </a:tr>
              <a:tr h="414267">
                <a:tc>
                  <a:txBody>
                    <a:bodyPr/>
                    <a:lstStyle/>
                    <a:p>
                      <a:pPr algn="ctr">
                        <a:lnSpc>
                          <a:spcPct val="150000"/>
                        </a:lnSpc>
                      </a:pPr>
                      <a:r>
                        <a:rPr lang="es-EC" sz="950" dirty="0">
                          <a:effectLst/>
                        </a:rPr>
                        <a:t> Objetivo Específico</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C00000"/>
                    </a:solid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s-EC" sz="950" dirty="0">
                          <a:effectLst/>
                        </a:rPr>
                        <a:t>Técnica de Investigación</a:t>
                      </a:r>
                    </a:p>
                  </a:txBody>
                  <a:tcPr marL="68580" marR="68580" marT="0" marB="0"/>
                </a:tc>
                <a:tc>
                  <a:txBody>
                    <a:bodyPr/>
                    <a:lstStyle/>
                    <a:p>
                      <a:pPr marL="0" marR="0" algn="ctr">
                        <a:lnSpc>
                          <a:spcPct val="150000"/>
                        </a:lnSpc>
                        <a:buNone/>
                      </a:pPr>
                      <a:r>
                        <a:rPr lang="es-EC" sz="950" dirty="0">
                          <a:effectLst/>
                        </a:rPr>
                        <a:t>Instrumento</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buNone/>
                      </a:pPr>
                      <a:r>
                        <a:rPr lang="es-EC" sz="950" dirty="0">
                          <a:effectLst/>
                        </a:rPr>
                        <a:t>Actividad Metodológica</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tc>
                  <a:txBody>
                    <a:bodyPr/>
                    <a:lstStyle/>
                    <a:p>
                      <a:pPr marL="0" marR="0" algn="ctr">
                        <a:lnSpc>
                          <a:spcPct val="150000"/>
                        </a:lnSpc>
                        <a:buNone/>
                      </a:pPr>
                      <a:r>
                        <a:rPr lang="es-EC" sz="950" dirty="0">
                          <a:effectLst/>
                        </a:rPr>
                        <a:t>Resultado Esperado</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extLst>
                  <a:ext uri="{0D108BD9-81ED-4DB2-BD59-A6C34878D82A}">
                    <a16:rowId xmlns:a16="http://schemas.microsoft.com/office/drawing/2014/main" val="895040660"/>
                  </a:ext>
                </a:extLst>
              </a:tr>
              <a:tr h="1068818">
                <a:tc>
                  <a:txBody>
                    <a:bodyPr/>
                    <a:lstStyle/>
                    <a:p>
                      <a:pPr marL="0" marR="0" algn="just">
                        <a:lnSpc>
                          <a:spcPct val="150000"/>
                        </a:lnSpc>
                        <a:buNone/>
                      </a:pPr>
                      <a:r>
                        <a:rPr lang="es-EC" sz="950" dirty="0">
                          <a:effectLst/>
                        </a:rPr>
                        <a:t>OE1. Analizar el estado actual de la gestión de bienes tecnológicos en la Unidad Educativa Francisco de Orellana.</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solidFill>
                      <a:srgbClr val="C00000"/>
                    </a:solidFill>
                  </a:tcPr>
                </a:tc>
                <a:tc>
                  <a:txBody>
                    <a:bodyPr/>
                    <a:lstStyle/>
                    <a:p>
                      <a:pPr marL="0" marR="0" algn="just">
                        <a:lnSpc>
                          <a:spcPct val="150000"/>
                        </a:lnSpc>
                        <a:buNone/>
                      </a:pPr>
                      <a:r>
                        <a:rPr lang="es-EC" sz="950" dirty="0">
                          <a:effectLst/>
                        </a:rPr>
                        <a:t>Análisis documental y observación directa</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tc>
                  <a:txBody>
                    <a:bodyPr/>
                    <a:lstStyle/>
                    <a:p>
                      <a:pPr marL="0" marR="0" algn="ctr">
                        <a:lnSpc>
                          <a:spcPct val="150000"/>
                        </a:lnSpc>
                        <a:buNone/>
                      </a:pPr>
                      <a:r>
                        <a:rPr lang="es-EC" sz="950" dirty="0">
                          <a:effectLst/>
                        </a:rPr>
                        <a:t>Ficha de observación, matriz AS–IS</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tc>
                  <a:txBody>
                    <a:bodyPr/>
                    <a:lstStyle/>
                    <a:p>
                      <a:pPr marL="0" marR="0" algn="just">
                        <a:lnSpc>
                          <a:spcPct val="150000"/>
                        </a:lnSpc>
                        <a:buNone/>
                      </a:pPr>
                      <a:r>
                        <a:rPr lang="es-EC" sz="950">
                          <a:effectLst/>
                        </a:rPr>
                        <a:t>Levantamiento de información sobre el proceso actual, recolección de datos institucionales.</a:t>
                      </a:r>
                      <a:endParaRPr lang="en-US" sz="9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tc>
                  <a:txBody>
                    <a:bodyPr/>
                    <a:lstStyle/>
                    <a:p>
                      <a:pPr marL="0" marR="0" algn="just">
                        <a:lnSpc>
                          <a:spcPct val="150000"/>
                        </a:lnSpc>
                        <a:buNone/>
                      </a:pPr>
                      <a:r>
                        <a:rPr lang="es-EC" sz="950">
                          <a:effectLst/>
                        </a:rPr>
                        <a:t>Identificación de problemas, flujos actuales y requisitos iniciales.</a:t>
                      </a:r>
                      <a:endParaRPr lang="en-US" sz="9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extLst>
                  <a:ext uri="{0D108BD9-81ED-4DB2-BD59-A6C34878D82A}">
                    <a16:rowId xmlns:a16="http://schemas.microsoft.com/office/drawing/2014/main" val="680470616"/>
                  </a:ext>
                </a:extLst>
              </a:tr>
              <a:tr h="990912">
                <a:tc>
                  <a:txBody>
                    <a:bodyPr/>
                    <a:lstStyle/>
                    <a:p>
                      <a:pPr marL="0" marR="0" algn="just">
                        <a:lnSpc>
                          <a:spcPct val="150000"/>
                        </a:lnSpc>
                        <a:buNone/>
                      </a:pPr>
                      <a:r>
                        <a:rPr lang="es-EC" sz="950" dirty="0">
                          <a:effectLst/>
                        </a:rPr>
                        <a:t>OE2. Diseñar la aplicación móvil para la gestión de bienes tecnológicos.</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solidFill>
                      <a:srgbClr val="C00000"/>
                    </a:solidFill>
                  </a:tcPr>
                </a:tc>
                <a:tc>
                  <a:txBody>
                    <a:bodyPr/>
                    <a:lstStyle/>
                    <a:p>
                      <a:pPr marL="0" marR="0" algn="just">
                        <a:lnSpc>
                          <a:spcPct val="150000"/>
                        </a:lnSpc>
                        <a:buNone/>
                      </a:pPr>
                      <a:r>
                        <a:rPr lang="es-EC" sz="950" dirty="0">
                          <a:effectLst/>
                        </a:rPr>
                        <a:t>Ingeniería de requisitos y modelado UML</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tc>
                  <a:txBody>
                    <a:bodyPr/>
                    <a:lstStyle/>
                    <a:p>
                      <a:pPr marL="0" marR="0" algn="ctr">
                        <a:lnSpc>
                          <a:spcPct val="150000"/>
                        </a:lnSpc>
                        <a:buNone/>
                      </a:pPr>
                      <a:r>
                        <a:rPr lang="es-EC" sz="950" dirty="0">
                          <a:effectLst/>
                        </a:rPr>
                        <a:t>Diagramas de casos de uso, prototipos, especificación de requisitos</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tc>
                  <a:txBody>
                    <a:bodyPr/>
                    <a:lstStyle/>
                    <a:p>
                      <a:pPr marL="0" marR="0" algn="just">
                        <a:lnSpc>
                          <a:spcPct val="150000"/>
                        </a:lnSpc>
                        <a:buNone/>
                      </a:pPr>
                      <a:r>
                        <a:rPr lang="es-EC" sz="950" dirty="0">
                          <a:effectLst/>
                        </a:rPr>
                        <a:t>Construcción del modelo funcional del sistema, diseño de interfaz, definición de arquitectura.</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tc>
                  <a:txBody>
                    <a:bodyPr/>
                    <a:lstStyle/>
                    <a:p>
                      <a:pPr marL="0" marR="0" algn="just">
                        <a:lnSpc>
                          <a:spcPct val="150000"/>
                        </a:lnSpc>
                        <a:buNone/>
                      </a:pPr>
                      <a:r>
                        <a:rPr lang="es-EC" sz="950" dirty="0">
                          <a:effectLst/>
                        </a:rPr>
                        <a:t>Diagramas UML, prototipos de pantalla y documentación técnica del sistema.</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extLst>
                  <a:ext uri="{0D108BD9-81ED-4DB2-BD59-A6C34878D82A}">
                    <a16:rowId xmlns:a16="http://schemas.microsoft.com/office/drawing/2014/main" val="3659073899"/>
                  </a:ext>
                </a:extLst>
              </a:tr>
              <a:tr h="990912">
                <a:tc>
                  <a:txBody>
                    <a:bodyPr/>
                    <a:lstStyle/>
                    <a:p>
                      <a:pPr marL="0" marR="0" algn="just">
                        <a:lnSpc>
                          <a:spcPct val="150000"/>
                        </a:lnSpc>
                        <a:buNone/>
                      </a:pPr>
                      <a:r>
                        <a:rPr lang="es-EC" sz="950" dirty="0">
                          <a:effectLst/>
                        </a:rPr>
                        <a:t>OE3. Desarrollar la aplicación móvil utilizando </a:t>
                      </a:r>
                      <a:r>
                        <a:rPr lang="es-EC" sz="950" dirty="0" err="1">
                          <a:effectLst/>
                        </a:rPr>
                        <a:t>Jetpack</a:t>
                      </a:r>
                      <a:r>
                        <a:rPr lang="es-EC" sz="950" dirty="0">
                          <a:effectLst/>
                        </a:rPr>
                        <a:t> </a:t>
                      </a:r>
                      <a:r>
                        <a:rPr lang="es-EC" sz="950" dirty="0" err="1">
                          <a:effectLst/>
                        </a:rPr>
                        <a:t>Compose</a:t>
                      </a:r>
                      <a:r>
                        <a:rPr lang="es-EC" sz="950" dirty="0">
                          <a:effectLst/>
                        </a:rPr>
                        <a:t> y </a:t>
                      </a:r>
                      <a:r>
                        <a:rPr lang="es-EC" sz="950" dirty="0" err="1">
                          <a:effectLst/>
                        </a:rPr>
                        <a:t>Firebase</a:t>
                      </a:r>
                      <a:r>
                        <a:rPr lang="es-EC" sz="950" dirty="0">
                          <a:effectLst/>
                        </a:rPr>
                        <a:t>.</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solidFill>
                      <a:srgbClr val="C00000"/>
                    </a:solidFill>
                  </a:tcPr>
                </a:tc>
                <a:tc>
                  <a:txBody>
                    <a:bodyPr/>
                    <a:lstStyle/>
                    <a:p>
                      <a:pPr marL="0" marR="0" algn="just">
                        <a:lnSpc>
                          <a:spcPct val="150000"/>
                        </a:lnSpc>
                        <a:buNone/>
                      </a:pPr>
                      <a:r>
                        <a:rPr lang="es-EC" sz="950" dirty="0">
                          <a:effectLst/>
                        </a:rPr>
                        <a:t>Desarrollo de software incremental</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tc>
                  <a:txBody>
                    <a:bodyPr/>
                    <a:lstStyle/>
                    <a:p>
                      <a:pPr marL="0" marR="0" algn="ctr">
                        <a:lnSpc>
                          <a:spcPct val="150000"/>
                        </a:lnSpc>
                        <a:buNone/>
                      </a:pPr>
                      <a:r>
                        <a:rPr lang="es-EC" sz="950" dirty="0">
                          <a:effectLst/>
                        </a:rPr>
                        <a:t>Artefactos de código, prototipos funcionales</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tc>
                  <a:txBody>
                    <a:bodyPr/>
                    <a:lstStyle/>
                    <a:p>
                      <a:pPr marL="0" marR="0" algn="just">
                        <a:lnSpc>
                          <a:spcPct val="150000"/>
                        </a:lnSpc>
                        <a:buNone/>
                      </a:pPr>
                      <a:r>
                        <a:rPr lang="es-EC" sz="950" dirty="0">
                          <a:effectLst/>
                        </a:rPr>
                        <a:t>Implementación de funcionalidades, integración con base de datos, aseguramiento de calidad.</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tc>
                  <a:txBody>
                    <a:bodyPr/>
                    <a:lstStyle/>
                    <a:p>
                      <a:pPr marL="0" marR="0" algn="just">
                        <a:lnSpc>
                          <a:spcPct val="150000"/>
                        </a:lnSpc>
                        <a:buNone/>
                      </a:pPr>
                      <a:r>
                        <a:rPr lang="es-EC" sz="950">
                          <a:effectLst/>
                        </a:rPr>
                        <a:t>Aplicación móvil funcional, versión final del sistema.</a:t>
                      </a:r>
                      <a:endParaRPr lang="en-US" sz="9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extLst>
                  <a:ext uri="{0D108BD9-81ED-4DB2-BD59-A6C34878D82A}">
                    <a16:rowId xmlns:a16="http://schemas.microsoft.com/office/drawing/2014/main" val="1484868611"/>
                  </a:ext>
                </a:extLst>
              </a:tr>
              <a:tr h="1068818">
                <a:tc>
                  <a:txBody>
                    <a:bodyPr/>
                    <a:lstStyle/>
                    <a:p>
                      <a:pPr marL="0" marR="0" algn="just">
                        <a:lnSpc>
                          <a:spcPct val="150000"/>
                        </a:lnSpc>
                        <a:buNone/>
                      </a:pPr>
                      <a:r>
                        <a:rPr lang="es-EC" sz="950" dirty="0">
                          <a:effectLst/>
                        </a:rPr>
                        <a:t>OE4. Validar la usabilidad del sistema mediante la aplicación de una encuesta al personal docente y administrativo.</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solidFill>
                      <a:srgbClr val="C00000"/>
                    </a:solidFill>
                  </a:tcPr>
                </a:tc>
                <a:tc>
                  <a:txBody>
                    <a:bodyPr/>
                    <a:lstStyle/>
                    <a:p>
                      <a:pPr marL="0" marR="0" algn="just">
                        <a:lnSpc>
                          <a:spcPct val="150000"/>
                        </a:lnSpc>
                        <a:buNone/>
                      </a:pPr>
                      <a:r>
                        <a:rPr lang="es-EC" sz="950" dirty="0">
                          <a:effectLst/>
                        </a:rPr>
                        <a:t>Investigación evaluativa</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tc>
                  <a:txBody>
                    <a:bodyPr/>
                    <a:lstStyle/>
                    <a:p>
                      <a:pPr marL="0" marR="0" algn="ctr">
                        <a:lnSpc>
                          <a:spcPct val="150000"/>
                        </a:lnSpc>
                        <a:buNone/>
                      </a:pPr>
                      <a:r>
                        <a:rPr lang="es-EC" sz="950" dirty="0">
                          <a:effectLst/>
                        </a:rPr>
                        <a:t>Cuestionario tipo Likert (SUS)</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tc>
                  <a:txBody>
                    <a:bodyPr/>
                    <a:lstStyle/>
                    <a:p>
                      <a:pPr marL="0" marR="0" algn="just">
                        <a:lnSpc>
                          <a:spcPct val="150000"/>
                        </a:lnSpc>
                        <a:buNone/>
                      </a:pPr>
                      <a:r>
                        <a:rPr lang="es-EC" sz="950" dirty="0">
                          <a:effectLst/>
                        </a:rPr>
                        <a:t>Aplicación de pruebas de uso, recopilación de percepción del usuario, análisis porcentual.</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tc>
                  <a:txBody>
                    <a:bodyPr/>
                    <a:lstStyle/>
                    <a:p>
                      <a:pPr marL="0" marR="0" algn="just">
                        <a:lnSpc>
                          <a:spcPct val="150000"/>
                        </a:lnSpc>
                        <a:buNone/>
                      </a:pPr>
                      <a:r>
                        <a:rPr lang="es-EC" sz="950" dirty="0">
                          <a:effectLst/>
                        </a:rPr>
                        <a:t>Valoración de usabilidad, satisfacción y aceptación del sistema.</a:t>
                      </a:r>
                      <a:endParaRPr lang="en-US" sz="9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035" marR="39035" marT="0" marB="0"/>
                </a:tc>
                <a:extLst>
                  <a:ext uri="{0D108BD9-81ED-4DB2-BD59-A6C34878D82A}">
                    <a16:rowId xmlns:a16="http://schemas.microsoft.com/office/drawing/2014/main" val="4289865844"/>
                  </a:ext>
                </a:extLst>
              </a:tr>
            </a:tbl>
          </a:graphicData>
        </a:graphic>
      </p:graphicFrame>
    </p:spTree>
    <p:extLst>
      <p:ext uri="{BB962C8B-B14F-4D97-AF65-F5344CB8AC3E}">
        <p14:creationId xmlns:p14="http://schemas.microsoft.com/office/powerpoint/2010/main" val="4041821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a:extLst>
            <a:ext uri="{FF2B5EF4-FFF2-40B4-BE49-F238E27FC236}">
              <a16:creationId xmlns:a16="http://schemas.microsoft.com/office/drawing/2014/main" id="{2D1AC325-33DA-8493-78E1-926DEF4BD14B}"/>
            </a:ext>
          </a:extLst>
        </p:cNvPr>
        <p:cNvGrpSpPr/>
        <p:nvPr/>
      </p:nvGrpSpPr>
      <p:grpSpPr>
        <a:xfrm>
          <a:off x="0" y="0"/>
          <a:ext cx="0" cy="0"/>
          <a:chOff x="0" y="0"/>
          <a:chExt cx="0" cy="0"/>
        </a:xfrm>
      </p:grpSpPr>
      <p:sp>
        <p:nvSpPr>
          <p:cNvPr id="10" name="Título 1">
            <a:extLst>
              <a:ext uri="{FF2B5EF4-FFF2-40B4-BE49-F238E27FC236}">
                <a16:creationId xmlns:a16="http://schemas.microsoft.com/office/drawing/2014/main" id="{D5FB2125-86F2-CC86-3A52-2EF0B54ABF15}"/>
              </a:ext>
            </a:extLst>
          </p:cNvPr>
          <p:cNvSpPr txBox="1">
            <a:spLocks/>
          </p:cNvSpPr>
          <p:nvPr/>
        </p:nvSpPr>
        <p:spPr>
          <a:xfrm>
            <a:off x="1276817" y="803285"/>
            <a:ext cx="10668256" cy="60648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000" dirty="0">
                <a:latin typeface="Arial" panose="020B0604020202020204" pitchFamily="34" charset="0"/>
                <a:cs typeface="Arial" panose="020B0604020202020204" pitchFamily="34" charset="0"/>
              </a:rPr>
              <a:t>Aplicación del enfoque </a:t>
            </a:r>
            <a:r>
              <a:rPr lang="es-ES" sz="3000" dirty="0" err="1">
                <a:latin typeface="Arial" panose="020B0604020202020204" pitchFamily="34" charset="0"/>
                <a:cs typeface="Arial" panose="020B0604020202020204" pitchFamily="34" charset="0"/>
              </a:rPr>
              <a:t>Scrumban</a:t>
            </a:r>
            <a:r>
              <a:rPr lang="es-ES" sz="3000" dirty="0">
                <a:latin typeface="Arial" panose="020B0604020202020204" pitchFamily="34" charset="0"/>
                <a:cs typeface="Arial" panose="020B0604020202020204" pitchFamily="34" charset="0"/>
              </a:rPr>
              <a:t> en el desarrollo del sistema</a:t>
            </a:r>
            <a:endParaRPr lang="es-EC" sz="3000" dirty="0">
              <a:latin typeface="Arial" panose="020B0604020202020204" pitchFamily="34" charset="0"/>
              <a:cs typeface="Arial" panose="020B0604020202020204" pitchFamily="34" charset="0"/>
            </a:endParaRPr>
          </a:p>
        </p:txBody>
      </p:sp>
      <p:sp>
        <p:nvSpPr>
          <p:cNvPr id="11" name="Título 1">
            <a:extLst>
              <a:ext uri="{FF2B5EF4-FFF2-40B4-BE49-F238E27FC236}">
                <a16:creationId xmlns:a16="http://schemas.microsoft.com/office/drawing/2014/main" id="{DDAB6761-C907-5CD7-4DFA-1F85C07EE3C8}"/>
              </a:ext>
            </a:extLst>
          </p:cNvPr>
          <p:cNvSpPr txBox="1">
            <a:spLocks/>
          </p:cNvSpPr>
          <p:nvPr/>
        </p:nvSpPr>
        <p:spPr>
          <a:xfrm>
            <a:off x="1276817" y="465678"/>
            <a:ext cx="2728015" cy="273398"/>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200" b="1" dirty="0">
                <a:latin typeface="Arial" panose="020B0604020202020204" pitchFamily="34" charset="0"/>
                <a:cs typeface="Arial" panose="020B0604020202020204" pitchFamily="34" charset="0"/>
              </a:rPr>
              <a:t>Metodología</a:t>
            </a:r>
          </a:p>
        </p:txBody>
      </p:sp>
      <p:sp>
        <p:nvSpPr>
          <p:cNvPr id="12" name="Rectángulo 11">
            <a:extLst>
              <a:ext uri="{FF2B5EF4-FFF2-40B4-BE49-F238E27FC236}">
                <a16:creationId xmlns:a16="http://schemas.microsoft.com/office/drawing/2014/main" id="{5C17FE1B-8149-73AB-E20E-53BC06B03A8A}"/>
              </a:ext>
            </a:extLst>
          </p:cNvPr>
          <p:cNvSpPr/>
          <p:nvPr/>
        </p:nvSpPr>
        <p:spPr>
          <a:xfrm>
            <a:off x="1431758" y="1487090"/>
            <a:ext cx="10395284" cy="4905232"/>
          </a:xfrm>
          <a:prstGeom prst="rect">
            <a:avLst/>
          </a:prstGeom>
          <a:noFill/>
          <a:ln>
            <a:solidFill>
              <a:schemeClr val="bg1">
                <a:lumMod val="6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C"/>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s-ES" b="1"/>
              <a:t>Figura 1 </a:t>
            </a:r>
            <a:r>
              <a:rPr lang="es-ES" i="1"/>
              <a:t>Diagrama de la Metodología Scrumban</a:t>
            </a:r>
            <a:endParaRPr lang="en-US" b="1"/>
          </a:p>
        </p:txBody>
      </p:sp>
      <p:pic>
        <p:nvPicPr>
          <p:cNvPr id="2" name="Imagen 1">
            <a:extLst>
              <a:ext uri="{FF2B5EF4-FFF2-40B4-BE49-F238E27FC236}">
                <a16:creationId xmlns:a16="http://schemas.microsoft.com/office/drawing/2014/main" id="{E1DD52A1-B8CC-12FC-1E00-469599413793}"/>
              </a:ext>
            </a:extLst>
          </p:cNvPr>
          <p:cNvPicPr>
            <a:picLocks noChangeAspect="1"/>
          </p:cNvPicPr>
          <p:nvPr/>
        </p:nvPicPr>
        <p:blipFill>
          <a:blip r:embed="rId4"/>
          <a:stretch>
            <a:fillRect/>
          </a:stretch>
        </p:blipFill>
        <p:spPr>
          <a:xfrm>
            <a:off x="2172004" y="1671335"/>
            <a:ext cx="8914792" cy="4227304"/>
          </a:xfrm>
          <a:prstGeom prst="rect">
            <a:avLst/>
          </a:prstGeom>
        </p:spPr>
      </p:pic>
      <p:sp>
        <p:nvSpPr>
          <p:cNvPr id="6" name="CuadroTexto 5">
            <a:extLst>
              <a:ext uri="{FF2B5EF4-FFF2-40B4-BE49-F238E27FC236}">
                <a16:creationId xmlns:a16="http://schemas.microsoft.com/office/drawing/2014/main" id="{017B15F6-D40E-9CD8-DFAE-CE28405F7358}"/>
              </a:ext>
            </a:extLst>
          </p:cNvPr>
          <p:cNvSpPr txBox="1"/>
          <p:nvPr/>
        </p:nvSpPr>
        <p:spPr>
          <a:xfrm>
            <a:off x="3912234" y="5919333"/>
            <a:ext cx="6093994" cy="397096"/>
          </a:xfrm>
          <a:prstGeom prst="rect">
            <a:avLst/>
          </a:prstGeom>
          <a:noFill/>
        </p:spPr>
        <p:txBody>
          <a:bodyPr wrap="square">
            <a:spAutoFit/>
          </a:bodyPr>
          <a:lstStyle/>
          <a:p>
            <a:pPr marL="0" marR="0" algn="ctr">
              <a:lnSpc>
                <a:spcPct val="150000"/>
              </a:lnSpc>
              <a:spcAft>
                <a:spcPts val="1000"/>
              </a:spcAft>
              <a:buNone/>
            </a:pPr>
            <a:r>
              <a:rPr lang="es-ES" sz="1500" b="1" dirty="0">
                <a:effectLst/>
                <a:latin typeface="Arial" panose="020B0604020202020204" pitchFamily="34" charset="0"/>
                <a:ea typeface="Times New Roman" panose="02020603050405020304" pitchFamily="18" charset="0"/>
                <a:cs typeface="Arial" panose="020B0604020202020204" pitchFamily="34" charset="0"/>
              </a:rPr>
              <a:t>Figura 1 </a:t>
            </a:r>
            <a:r>
              <a:rPr lang="es-ES" sz="1500" b="0" i="1" dirty="0">
                <a:effectLst/>
                <a:latin typeface="Arial" panose="020B0604020202020204" pitchFamily="34" charset="0"/>
                <a:ea typeface="Times New Roman" panose="02020603050405020304" pitchFamily="18" charset="0"/>
                <a:cs typeface="Arial" panose="020B0604020202020204" pitchFamily="34" charset="0"/>
              </a:rPr>
              <a:t>Diagrama de la Metodología </a:t>
            </a:r>
            <a:r>
              <a:rPr lang="es-ES" sz="1500" b="0" i="1" dirty="0" err="1">
                <a:effectLst/>
                <a:latin typeface="Arial" panose="020B0604020202020204" pitchFamily="34" charset="0"/>
                <a:ea typeface="Times New Roman" panose="02020603050405020304" pitchFamily="18" charset="0"/>
                <a:cs typeface="Arial" panose="020B0604020202020204" pitchFamily="34" charset="0"/>
              </a:rPr>
              <a:t>Scrumban</a:t>
            </a:r>
            <a:endParaRPr lang="en-US" sz="1500" b="1" dirty="0">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802340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DEE67A09-48F0-41CF-B470-FFD4011C25E8}"/>
              </a:ext>
            </a:extLst>
          </p:cNvPr>
          <p:cNvSpPr txBox="1">
            <a:spLocks/>
          </p:cNvSpPr>
          <p:nvPr/>
        </p:nvSpPr>
        <p:spPr>
          <a:xfrm>
            <a:off x="1213317" y="803285"/>
            <a:ext cx="8142623" cy="606489"/>
          </a:xfrm>
          <a:prstGeom prst="rect">
            <a:avLst/>
          </a:prstGeom>
        </p:spPr>
        <p:txBody>
          <a:bodyP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000" dirty="0">
                <a:latin typeface="Arial" panose="020B0604020202020204" pitchFamily="34" charset="0"/>
                <a:cs typeface="Arial" panose="020B0604020202020204" pitchFamily="34" charset="0"/>
              </a:rPr>
              <a:t>Recursos utilizados para la ejecución del proyecto</a:t>
            </a:r>
            <a:endParaRPr lang="es-EC" sz="3000" dirty="0">
              <a:latin typeface="Arial" panose="020B0604020202020204" pitchFamily="34" charset="0"/>
              <a:cs typeface="Arial" panose="020B0604020202020204" pitchFamily="34" charset="0"/>
            </a:endParaRPr>
          </a:p>
        </p:txBody>
      </p:sp>
      <p:sp>
        <p:nvSpPr>
          <p:cNvPr id="11" name="Título 1">
            <a:extLst>
              <a:ext uri="{FF2B5EF4-FFF2-40B4-BE49-F238E27FC236}">
                <a16:creationId xmlns:a16="http://schemas.microsoft.com/office/drawing/2014/main" id="{007293E2-6BE3-4B3F-85CB-8823DD05F348}"/>
              </a:ext>
            </a:extLst>
          </p:cNvPr>
          <p:cNvSpPr txBox="1">
            <a:spLocks/>
          </p:cNvSpPr>
          <p:nvPr/>
        </p:nvSpPr>
        <p:spPr>
          <a:xfrm>
            <a:off x="1213317" y="465678"/>
            <a:ext cx="2728015" cy="273398"/>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200" b="1" dirty="0">
                <a:latin typeface="Arial" panose="020B0604020202020204" pitchFamily="34" charset="0"/>
                <a:cs typeface="Arial" panose="020B0604020202020204" pitchFamily="34" charset="0"/>
              </a:rPr>
              <a:t>Recursos</a:t>
            </a:r>
          </a:p>
        </p:txBody>
      </p:sp>
      <p:sp>
        <p:nvSpPr>
          <p:cNvPr id="7" name="Rectángulo 6">
            <a:extLst>
              <a:ext uri="{FF2B5EF4-FFF2-40B4-BE49-F238E27FC236}">
                <a16:creationId xmlns:a16="http://schemas.microsoft.com/office/drawing/2014/main" id="{F99337E1-2973-41B5-9CC2-68A02F3A3883}"/>
              </a:ext>
            </a:extLst>
          </p:cNvPr>
          <p:cNvSpPr/>
          <p:nvPr/>
        </p:nvSpPr>
        <p:spPr>
          <a:xfrm>
            <a:off x="1326184" y="1797627"/>
            <a:ext cx="10450443" cy="4010891"/>
          </a:xfrm>
          <a:prstGeom prst="rect">
            <a:avLst/>
          </a:prstGeom>
          <a:noFill/>
          <a:ln>
            <a:solidFill>
              <a:schemeClr val="bg1">
                <a:lumMod val="6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C"/>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C"/>
          </a:p>
        </p:txBody>
      </p:sp>
      <p:sp>
        <p:nvSpPr>
          <p:cNvPr id="2" name="Content Placeholder 10">
            <a:extLst>
              <a:ext uri="{FF2B5EF4-FFF2-40B4-BE49-F238E27FC236}">
                <a16:creationId xmlns:a16="http://schemas.microsoft.com/office/drawing/2014/main" id="{74ADDEEA-9CDD-B02A-A7AE-315E374378AD}"/>
              </a:ext>
            </a:extLst>
          </p:cNvPr>
          <p:cNvSpPr txBox="1">
            <a:spLocks/>
          </p:cNvSpPr>
          <p:nvPr/>
        </p:nvSpPr>
        <p:spPr>
          <a:xfrm>
            <a:off x="1502737" y="1700631"/>
            <a:ext cx="4877190" cy="4427930"/>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600" b="1" i="0" u="none" strike="noStrike" baseline="0" dirty="0">
                <a:solidFill>
                  <a:srgbClr val="000000"/>
                </a:solidFill>
                <a:latin typeface="Arial" panose="020B0604020202020204" pitchFamily="34" charset="0"/>
                <a:cs typeface="Arial" panose="020B0604020202020204" pitchFamily="34" charset="0"/>
              </a:rPr>
              <a:t>Recursos humanos</a:t>
            </a:r>
          </a:p>
          <a:p>
            <a:pPr>
              <a:buFont typeface="Wingdings" panose="05000000000000000000" pitchFamily="2" charset="2"/>
              <a:buChar char="ü"/>
            </a:pPr>
            <a:r>
              <a:rPr lang="es-ES" sz="1600" i="0" u="none" strike="noStrike" baseline="0" dirty="0">
                <a:solidFill>
                  <a:srgbClr val="000000"/>
                </a:solidFill>
                <a:latin typeface="Arial" panose="020B0604020202020204" pitchFamily="34" charset="0"/>
                <a:cs typeface="Arial" panose="020B0604020202020204" pitchFamily="34" charset="0"/>
              </a:rPr>
              <a:t>Autores del proyecto</a:t>
            </a:r>
          </a:p>
          <a:p>
            <a:pPr>
              <a:buFont typeface="Wingdings" panose="05000000000000000000" pitchFamily="2" charset="2"/>
              <a:buChar char="ü"/>
            </a:pPr>
            <a:r>
              <a:rPr lang="es-ES" sz="1600" i="0" u="none" strike="noStrike" baseline="0" dirty="0">
                <a:solidFill>
                  <a:srgbClr val="000000"/>
                </a:solidFill>
                <a:latin typeface="Arial" panose="020B0604020202020204" pitchFamily="34" charset="0"/>
                <a:cs typeface="Arial" panose="020B0604020202020204" pitchFamily="34" charset="0"/>
              </a:rPr>
              <a:t>Personal administrativo y docente (usuarios evaluadores)</a:t>
            </a:r>
          </a:p>
          <a:p>
            <a:pPr>
              <a:buFont typeface="Wingdings" panose="05000000000000000000" pitchFamily="2" charset="2"/>
              <a:buChar char="ü"/>
            </a:pPr>
            <a:endParaRPr lang="es-ES" sz="1600" i="0" u="none" strike="noStrike" baseline="0" dirty="0">
              <a:solidFill>
                <a:srgbClr val="000000"/>
              </a:solidFill>
              <a:latin typeface="Arial" panose="020B0604020202020204" pitchFamily="34" charset="0"/>
              <a:cs typeface="Arial" panose="020B0604020202020204" pitchFamily="34" charset="0"/>
            </a:endParaRPr>
          </a:p>
          <a:p>
            <a:pPr marL="0" indent="0">
              <a:buNone/>
            </a:pPr>
            <a:r>
              <a:rPr lang="es-ES" sz="1600" b="1" i="0" u="none" strike="noStrike" baseline="0" dirty="0">
                <a:solidFill>
                  <a:srgbClr val="000000"/>
                </a:solidFill>
                <a:latin typeface="Arial" panose="020B0604020202020204" pitchFamily="34" charset="0"/>
                <a:cs typeface="Arial" panose="020B0604020202020204" pitchFamily="34" charset="0"/>
              </a:rPr>
              <a:t>Recursos tecnológicos</a:t>
            </a:r>
          </a:p>
          <a:p>
            <a:r>
              <a:rPr lang="es-ES" sz="1600" i="0" u="none" strike="noStrike" baseline="0" dirty="0">
                <a:solidFill>
                  <a:srgbClr val="000000"/>
                </a:solidFill>
                <a:latin typeface="Arial" panose="020B0604020202020204" pitchFamily="34" charset="0"/>
                <a:cs typeface="Arial" panose="020B0604020202020204" pitchFamily="34" charset="0"/>
              </a:rPr>
              <a:t>Android Studio</a:t>
            </a:r>
          </a:p>
          <a:p>
            <a:r>
              <a:rPr lang="es-ES" sz="1600" i="0" u="none" strike="noStrike" baseline="0" dirty="0" err="1">
                <a:solidFill>
                  <a:srgbClr val="000000"/>
                </a:solidFill>
                <a:latin typeface="Arial" panose="020B0604020202020204" pitchFamily="34" charset="0"/>
                <a:cs typeface="Arial" panose="020B0604020202020204" pitchFamily="34" charset="0"/>
              </a:rPr>
              <a:t>Jetpack</a:t>
            </a:r>
            <a:r>
              <a:rPr lang="es-ES" sz="1600" i="0" u="none" strike="noStrike" baseline="0" dirty="0">
                <a:solidFill>
                  <a:srgbClr val="000000"/>
                </a:solidFill>
                <a:latin typeface="Arial" panose="020B0604020202020204" pitchFamily="34" charset="0"/>
                <a:cs typeface="Arial" panose="020B0604020202020204" pitchFamily="34" charset="0"/>
              </a:rPr>
              <a:t> </a:t>
            </a:r>
            <a:r>
              <a:rPr lang="es-ES" sz="1600" i="0" u="none" strike="noStrike" baseline="0" dirty="0" err="1">
                <a:solidFill>
                  <a:srgbClr val="000000"/>
                </a:solidFill>
                <a:latin typeface="Arial" panose="020B0604020202020204" pitchFamily="34" charset="0"/>
                <a:cs typeface="Arial" panose="020B0604020202020204" pitchFamily="34" charset="0"/>
              </a:rPr>
              <a:t>Compose</a:t>
            </a:r>
            <a:endParaRPr lang="es-ES" sz="1600" i="0" u="none" strike="noStrike" baseline="0" dirty="0">
              <a:solidFill>
                <a:srgbClr val="000000"/>
              </a:solidFill>
              <a:latin typeface="Arial" panose="020B0604020202020204" pitchFamily="34" charset="0"/>
              <a:cs typeface="Arial" panose="020B0604020202020204" pitchFamily="34" charset="0"/>
            </a:endParaRPr>
          </a:p>
          <a:p>
            <a:r>
              <a:rPr lang="es-ES" sz="1600" i="0" u="none" strike="noStrike" baseline="0" dirty="0" err="1">
                <a:solidFill>
                  <a:srgbClr val="000000"/>
                </a:solidFill>
                <a:latin typeface="Arial" panose="020B0604020202020204" pitchFamily="34" charset="0"/>
                <a:cs typeface="Arial" panose="020B0604020202020204" pitchFamily="34" charset="0"/>
              </a:rPr>
              <a:t>Firebase</a:t>
            </a:r>
            <a:endParaRPr lang="es-ES" sz="1600" i="0" u="none" strike="noStrike" baseline="0" dirty="0">
              <a:solidFill>
                <a:srgbClr val="000000"/>
              </a:solidFill>
              <a:latin typeface="Arial" panose="020B0604020202020204" pitchFamily="34" charset="0"/>
              <a:cs typeface="Arial" panose="020B0604020202020204" pitchFamily="34" charset="0"/>
            </a:endParaRPr>
          </a:p>
          <a:p>
            <a:r>
              <a:rPr lang="es-ES" sz="1600" i="0" u="none" strike="noStrike" baseline="0" dirty="0">
                <a:solidFill>
                  <a:srgbClr val="000000"/>
                </a:solidFill>
                <a:latin typeface="Arial" panose="020B0604020202020204" pitchFamily="34" charset="0"/>
                <a:cs typeface="Arial" panose="020B0604020202020204" pitchFamily="34" charset="0"/>
              </a:rPr>
              <a:t>Dispositivos móviles Android</a:t>
            </a:r>
          </a:p>
          <a:p>
            <a:endParaRPr lang="es-ES" sz="1600" i="0" u="none" strike="noStrike" baseline="0" dirty="0">
              <a:solidFill>
                <a:srgbClr val="000000"/>
              </a:solidFill>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2225436F-0D14-6F88-E2BA-1A96DEA6CDF0}"/>
              </a:ext>
            </a:extLst>
          </p:cNvPr>
          <p:cNvSpPr txBox="1"/>
          <p:nvPr/>
        </p:nvSpPr>
        <p:spPr>
          <a:xfrm>
            <a:off x="7275399" y="3149675"/>
            <a:ext cx="4161082" cy="1529842"/>
          </a:xfrm>
          <a:prstGeom prst="rect">
            <a:avLst/>
          </a:prstGeom>
          <a:noFill/>
        </p:spPr>
        <p:txBody>
          <a:bodyPr wrap="square">
            <a:spAutoFit/>
          </a:bodyPr>
          <a:lstStyle/>
          <a:p>
            <a:pPr marL="0" indent="0" algn="just">
              <a:lnSpc>
                <a:spcPct val="150000"/>
              </a:lnSpc>
              <a:buNone/>
            </a:pPr>
            <a:r>
              <a:rPr lang="es-ES" sz="1600" b="1" i="0" u="none" strike="noStrike" baseline="0" dirty="0">
                <a:solidFill>
                  <a:srgbClr val="000000"/>
                </a:solidFill>
                <a:latin typeface="Arial" panose="020B0604020202020204" pitchFamily="34" charset="0"/>
                <a:cs typeface="Arial" panose="020B0604020202020204" pitchFamily="34" charset="0"/>
              </a:rPr>
              <a:t>Recursos materiales</a:t>
            </a:r>
          </a:p>
          <a:p>
            <a:pPr marL="285750" indent="-285750" algn="just">
              <a:lnSpc>
                <a:spcPct val="150000"/>
              </a:lnSpc>
              <a:buFont typeface="Wingdings" panose="05000000000000000000" pitchFamily="2" charset="2"/>
              <a:buChar char="v"/>
            </a:pPr>
            <a:r>
              <a:rPr lang="es-ES" sz="1600" i="0" u="none" strike="noStrike" baseline="0" dirty="0">
                <a:solidFill>
                  <a:srgbClr val="000000"/>
                </a:solidFill>
                <a:latin typeface="Arial" panose="020B0604020202020204" pitchFamily="34" charset="0"/>
                <a:cs typeface="Arial" panose="020B0604020202020204" pitchFamily="34" charset="0"/>
              </a:rPr>
              <a:t>Equipos de cómputo</a:t>
            </a:r>
          </a:p>
          <a:p>
            <a:pPr marL="285750" indent="-285750" algn="just">
              <a:lnSpc>
                <a:spcPct val="150000"/>
              </a:lnSpc>
              <a:buFont typeface="Wingdings" panose="05000000000000000000" pitchFamily="2" charset="2"/>
              <a:buChar char="v"/>
            </a:pPr>
            <a:r>
              <a:rPr lang="es-ES" sz="1600" i="0" u="none" strike="noStrike" baseline="0" dirty="0">
                <a:solidFill>
                  <a:srgbClr val="000000"/>
                </a:solidFill>
                <a:latin typeface="Arial" panose="020B0604020202020204" pitchFamily="34" charset="0"/>
                <a:cs typeface="Arial" panose="020B0604020202020204" pitchFamily="34" charset="0"/>
              </a:rPr>
              <a:t>Conectividad </a:t>
            </a:r>
            <a:r>
              <a:rPr lang="es-ES" sz="1600" dirty="0">
                <a:solidFill>
                  <a:srgbClr val="000000"/>
                </a:solidFill>
                <a:latin typeface="Arial" panose="020B0604020202020204" pitchFamily="34" charset="0"/>
                <a:cs typeface="Arial" panose="020B0604020202020204" pitchFamily="34" charset="0"/>
              </a:rPr>
              <a:t>a </a:t>
            </a:r>
            <a:r>
              <a:rPr lang="es-ES" sz="1600" i="0" u="none" strike="noStrike" baseline="0" dirty="0">
                <a:solidFill>
                  <a:srgbClr val="000000"/>
                </a:solidFill>
                <a:latin typeface="Arial" panose="020B0604020202020204" pitchFamily="34" charset="0"/>
                <a:cs typeface="Arial" panose="020B0604020202020204" pitchFamily="34" charset="0"/>
              </a:rPr>
              <a:t>Internet</a:t>
            </a:r>
          </a:p>
          <a:p>
            <a:pPr marL="285750" indent="-285750" algn="just">
              <a:lnSpc>
                <a:spcPct val="150000"/>
              </a:lnSpc>
              <a:buFont typeface="Wingdings" panose="05000000000000000000" pitchFamily="2" charset="2"/>
              <a:buChar char="v"/>
            </a:pPr>
            <a:r>
              <a:rPr lang="es-ES" sz="1600" i="0" u="none" strike="noStrike" baseline="0" dirty="0">
                <a:solidFill>
                  <a:srgbClr val="000000"/>
                </a:solidFill>
                <a:latin typeface="Arial" panose="020B0604020202020204" pitchFamily="34" charset="0"/>
                <a:cs typeface="Arial" panose="020B0604020202020204" pitchFamily="34" charset="0"/>
              </a:rPr>
              <a:t>Instalaciones de la Unidad Educativa</a:t>
            </a:r>
            <a:r>
              <a:rPr lang="es-EC" sz="1600" i="1" u="none" strike="noStrike" baseline="0" dirty="0">
                <a:solidFill>
                  <a:srgbClr val="000000"/>
                </a:solidFill>
                <a:latin typeface="Arial" panose="020B0604020202020204" pitchFamily="34" charset="0"/>
                <a:cs typeface="Arial" panose="020B0604020202020204" pitchFamily="34" charset="0"/>
              </a:rPr>
              <a:t> </a:t>
            </a:r>
            <a:endParaRPr lang="en-US" sz="1600" dirty="0"/>
          </a:p>
        </p:txBody>
      </p:sp>
    </p:spTree>
    <p:extLst>
      <p:ext uri="{BB962C8B-B14F-4D97-AF65-F5344CB8AC3E}">
        <p14:creationId xmlns:p14="http://schemas.microsoft.com/office/powerpoint/2010/main" val="1232232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a:extLst>
            <a:ext uri="{FF2B5EF4-FFF2-40B4-BE49-F238E27FC236}">
              <a16:creationId xmlns:a16="http://schemas.microsoft.com/office/drawing/2014/main" id="{54F3F419-2C4C-9751-6287-B59543CD8637}"/>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975A4D56-CE30-8731-84AE-299E00A36417}"/>
              </a:ext>
            </a:extLst>
          </p:cNvPr>
          <p:cNvSpPr txBox="1">
            <a:spLocks/>
          </p:cNvSpPr>
          <p:nvPr/>
        </p:nvSpPr>
        <p:spPr>
          <a:xfrm>
            <a:off x="1213317" y="803285"/>
            <a:ext cx="8142623" cy="60648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000" dirty="0">
                <a:latin typeface="Arial" panose="020B0604020202020204" pitchFamily="34" charset="0"/>
                <a:cs typeface="Arial" panose="020B0604020202020204" pitchFamily="34" charset="0"/>
              </a:rPr>
              <a:t>Presupuesto del proyecto (estimación)</a:t>
            </a:r>
            <a:endParaRPr lang="es-EC" sz="3000" dirty="0">
              <a:latin typeface="Arial" panose="020B0604020202020204" pitchFamily="34" charset="0"/>
              <a:cs typeface="Arial" panose="020B0604020202020204" pitchFamily="34" charset="0"/>
            </a:endParaRPr>
          </a:p>
        </p:txBody>
      </p:sp>
      <p:sp>
        <p:nvSpPr>
          <p:cNvPr id="11" name="Título 1">
            <a:extLst>
              <a:ext uri="{FF2B5EF4-FFF2-40B4-BE49-F238E27FC236}">
                <a16:creationId xmlns:a16="http://schemas.microsoft.com/office/drawing/2014/main" id="{BB5463E2-2F73-F944-0B12-DEA82CD5F8E7}"/>
              </a:ext>
            </a:extLst>
          </p:cNvPr>
          <p:cNvSpPr txBox="1">
            <a:spLocks/>
          </p:cNvSpPr>
          <p:nvPr/>
        </p:nvSpPr>
        <p:spPr>
          <a:xfrm>
            <a:off x="1213317" y="465678"/>
            <a:ext cx="2728015" cy="273398"/>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200" b="1" dirty="0">
                <a:latin typeface="Arial" panose="020B0604020202020204" pitchFamily="34" charset="0"/>
                <a:cs typeface="Arial" panose="020B0604020202020204" pitchFamily="34" charset="0"/>
              </a:rPr>
              <a:t>Presupuesto</a:t>
            </a:r>
          </a:p>
        </p:txBody>
      </p:sp>
      <p:sp>
        <p:nvSpPr>
          <p:cNvPr id="7" name="Rectángulo 6">
            <a:extLst>
              <a:ext uri="{FF2B5EF4-FFF2-40B4-BE49-F238E27FC236}">
                <a16:creationId xmlns:a16="http://schemas.microsoft.com/office/drawing/2014/main" id="{4EB9FB04-4E43-47FC-3E27-AE3F2846BD8C}"/>
              </a:ext>
            </a:extLst>
          </p:cNvPr>
          <p:cNvSpPr/>
          <p:nvPr/>
        </p:nvSpPr>
        <p:spPr>
          <a:xfrm>
            <a:off x="1326184" y="1797627"/>
            <a:ext cx="10450443" cy="4330934"/>
          </a:xfrm>
          <a:prstGeom prst="rect">
            <a:avLst/>
          </a:prstGeom>
          <a:noFill/>
          <a:ln>
            <a:solidFill>
              <a:schemeClr val="bg1">
                <a:lumMod val="6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C"/>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C"/>
          </a:p>
        </p:txBody>
      </p:sp>
      <p:sp>
        <p:nvSpPr>
          <p:cNvPr id="2" name="Content Placeholder 10">
            <a:extLst>
              <a:ext uri="{FF2B5EF4-FFF2-40B4-BE49-F238E27FC236}">
                <a16:creationId xmlns:a16="http://schemas.microsoft.com/office/drawing/2014/main" id="{ABC5A38F-FFD5-C06B-1E78-6FFD05BD5A99}"/>
              </a:ext>
            </a:extLst>
          </p:cNvPr>
          <p:cNvSpPr txBox="1">
            <a:spLocks/>
          </p:cNvSpPr>
          <p:nvPr/>
        </p:nvSpPr>
        <p:spPr>
          <a:xfrm>
            <a:off x="1419702" y="2152127"/>
            <a:ext cx="5282434" cy="3621933"/>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s-ES" sz="1600" b="1" dirty="0">
                <a:latin typeface="Arial" panose="020B0604020202020204" pitchFamily="34" charset="0"/>
                <a:cs typeface="Arial" panose="020B0604020202020204" pitchFamily="34" charset="0"/>
              </a:rPr>
              <a:t>Costo total estimado</a:t>
            </a:r>
            <a:br>
              <a:rPr lang="es-ES" sz="1600" dirty="0">
                <a:latin typeface="Arial" panose="020B0604020202020204" pitchFamily="34" charset="0"/>
                <a:cs typeface="Arial" panose="020B0604020202020204" pitchFamily="34" charset="0"/>
              </a:rPr>
            </a:br>
            <a:r>
              <a:rPr lang="es-ES" sz="1600" b="1" dirty="0">
                <a:latin typeface="Arial" panose="020B0604020202020204" pitchFamily="34" charset="0"/>
                <a:cs typeface="Arial" panose="020B0604020202020204" pitchFamily="34" charset="0"/>
              </a:rPr>
              <a:t>USD 450 – 600</a:t>
            </a:r>
            <a:r>
              <a:rPr lang="es-ES" sz="1600" dirty="0">
                <a:latin typeface="Arial" panose="020B0604020202020204" pitchFamily="34" charset="0"/>
                <a:cs typeface="Arial" panose="020B0604020202020204" pitchFamily="34" charset="0"/>
              </a:rPr>
              <a:t> </a:t>
            </a:r>
            <a:r>
              <a:rPr lang="es-ES" sz="1600" i="1" dirty="0">
                <a:latin typeface="Arial" panose="020B0604020202020204" pitchFamily="34" charset="0"/>
                <a:cs typeface="Arial" panose="020B0604020202020204" pitchFamily="34" charset="0"/>
              </a:rPr>
              <a:t>(proyecto académico, desarrollo propio)</a:t>
            </a:r>
          </a:p>
          <a:p>
            <a:pPr marL="0" indent="0" algn="just">
              <a:lnSpc>
                <a:spcPct val="100000"/>
              </a:lnSpc>
              <a:buNone/>
            </a:pPr>
            <a:endParaRPr lang="es-ES" sz="1600" dirty="0">
              <a:latin typeface="Arial" panose="020B0604020202020204" pitchFamily="34" charset="0"/>
              <a:cs typeface="Arial" panose="020B0604020202020204" pitchFamily="34" charset="0"/>
            </a:endParaRPr>
          </a:p>
          <a:p>
            <a:pPr marL="0" indent="0" algn="just">
              <a:lnSpc>
                <a:spcPct val="100000"/>
              </a:lnSpc>
              <a:buNone/>
            </a:pPr>
            <a:r>
              <a:rPr lang="es-ES" sz="1600" b="1" dirty="0">
                <a:latin typeface="Arial" panose="020B0604020202020204" pitchFamily="34" charset="0"/>
                <a:cs typeface="Arial" panose="020B0604020202020204" pitchFamily="34" charset="0"/>
              </a:rPr>
              <a:t>Rubros principales</a:t>
            </a:r>
            <a:endParaRPr lang="es-ES" sz="1600" dirty="0">
              <a:latin typeface="Arial" panose="020B0604020202020204" pitchFamily="34" charset="0"/>
              <a:cs typeface="Arial" panose="020B0604020202020204" pitchFamily="34" charset="0"/>
            </a:endParaRPr>
          </a:p>
          <a:p>
            <a:pPr algn="just">
              <a:lnSpc>
                <a:spcPct val="100000"/>
              </a:lnSpc>
            </a:pPr>
            <a:r>
              <a:rPr lang="es-ES" sz="1600" b="1" dirty="0">
                <a:latin typeface="Arial" panose="020B0604020202020204" pitchFamily="34" charset="0"/>
                <a:cs typeface="Arial" panose="020B0604020202020204" pitchFamily="34" charset="0"/>
              </a:rPr>
              <a:t>Desarrollo de software:</a:t>
            </a:r>
            <a:r>
              <a:rPr lang="es-ES" sz="1600" dirty="0">
                <a:latin typeface="Arial" panose="020B0604020202020204" pitchFamily="34" charset="0"/>
                <a:cs typeface="Arial" panose="020B0604020202020204" pitchFamily="34" charset="0"/>
              </a:rPr>
              <a:t> tiempo de análisis, diseño y desarrollo de la app</a:t>
            </a:r>
          </a:p>
          <a:p>
            <a:pPr algn="just">
              <a:lnSpc>
                <a:spcPct val="100000"/>
              </a:lnSpc>
            </a:pPr>
            <a:r>
              <a:rPr lang="es-ES" sz="1600" b="1" dirty="0">
                <a:latin typeface="Arial" panose="020B0604020202020204" pitchFamily="34" charset="0"/>
                <a:cs typeface="Arial" panose="020B0604020202020204" pitchFamily="34" charset="0"/>
              </a:rPr>
              <a:t>Infraestructura tecnológica:</a:t>
            </a:r>
            <a:r>
              <a:rPr lang="es-ES" sz="1600" dirty="0">
                <a:latin typeface="Arial" panose="020B0604020202020204" pitchFamily="34" charset="0"/>
                <a:cs typeface="Arial" panose="020B0604020202020204" pitchFamily="34" charset="0"/>
              </a:rPr>
              <a:t> uso de </a:t>
            </a:r>
            <a:r>
              <a:rPr lang="es-ES" sz="1600" dirty="0" err="1">
                <a:latin typeface="Arial" panose="020B0604020202020204" pitchFamily="34" charset="0"/>
                <a:cs typeface="Arial" panose="020B0604020202020204" pitchFamily="34" charset="0"/>
              </a:rPr>
              <a:t>Firebase</a:t>
            </a:r>
            <a:r>
              <a:rPr lang="es-ES" sz="1600" dirty="0">
                <a:latin typeface="Arial" panose="020B0604020202020204" pitchFamily="34" charset="0"/>
                <a:cs typeface="Arial" panose="020B0604020202020204" pitchFamily="34" charset="0"/>
              </a:rPr>
              <a:t> (plan gratuito)</a:t>
            </a:r>
          </a:p>
          <a:p>
            <a:pPr algn="just">
              <a:lnSpc>
                <a:spcPct val="100000"/>
              </a:lnSpc>
            </a:pPr>
            <a:r>
              <a:rPr lang="es-ES" sz="1600" b="1" dirty="0">
                <a:latin typeface="Arial" panose="020B0604020202020204" pitchFamily="34" charset="0"/>
                <a:cs typeface="Arial" panose="020B0604020202020204" pitchFamily="34" charset="0"/>
              </a:rPr>
              <a:t>Equipamiento:</a:t>
            </a:r>
            <a:r>
              <a:rPr lang="es-ES" sz="1600" dirty="0">
                <a:latin typeface="Arial" panose="020B0604020202020204" pitchFamily="34" charset="0"/>
                <a:cs typeface="Arial" panose="020B0604020202020204" pitchFamily="34" charset="0"/>
              </a:rPr>
              <a:t> equipos de cómputo y dispositivos Android existentes</a:t>
            </a:r>
          </a:p>
          <a:p>
            <a:pPr algn="just">
              <a:lnSpc>
                <a:spcPct val="100000"/>
              </a:lnSpc>
            </a:pPr>
            <a:r>
              <a:rPr lang="es-ES" sz="1600" b="1" dirty="0">
                <a:latin typeface="Arial" panose="020B0604020202020204" pitchFamily="34" charset="0"/>
                <a:cs typeface="Arial" panose="020B0604020202020204" pitchFamily="34" charset="0"/>
              </a:rPr>
              <a:t>Conectividad:</a:t>
            </a:r>
            <a:r>
              <a:rPr lang="es-ES" sz="1600" dirty="0">
                <a:latin typeface="Arial" panose="020B0604020202020204" pitchFamily="34" charset="0"/>
                <a:cs typeface="Arial" panose="020B0604020202020204" pitchFamily="34" charset="0"/>
              </a:rPr>
              <a:t> Internet institucional</a:t>
            </a:r>
          </a:p>
        </p:txBody>
      </p:sp>
      <p:sp>
        <p:nvSpPr>
          <p:cNvPr id="10" name="CuadroTexto 9">
            <a:extLst>
              <a:ext uri="{FF2B5EF4-FFF2-40B4-BE49-F238E27FC236}">
                <a16:creationId xmlns:a16="http://schemas.microsoft.com/office/drawing/2014/main" id="{045E3A90-328A-CE67-87D9-C07D4FF502C7}"/>
              </a:ext>
            </a:extLst>
          </p:cNvPr>
          <p:cNvSpPr txBox="1"/>
          <p:nvPr/>
        </p:nvSpPr>
        <p:spPr>
          <a:xfrm>
            <a:off x="7050880" y="2350764"/>
            <a:ext cx="4610120" cy="3370666"/>
          </a:xfrm>
          <a:prstGeom prst="rect">
            <a:avLst/>
          </a:prstGeom>
          <a:noFill/>
        </p:spPr>
        <p:txBody>
          <a:bodyPr wrap="square">
            <a:spAutoFit/>
          </a:bodyPr>
          <a:lstStyle/>
          <a:p>
            <a:pPr marL="0" indent="0" algn="just">
              <a:lnSpc>
                <a:spcPct val="150000"/>
              </a:lnSpc>
              <a:buNone/>
            </a:pPr>
            <a:r>
              <a:rPr lang="es-ES" sz="1600" b="1" dirty="0">
                <a:latin typeface="Arial" panose="020B0604020202020204" pitchFamily="34" charset="0"/>
                <a:cs typeface="Arial" panose="020B0604020202020204" pitchFamily="34" charset="0"/>
              </a:rPr>
              <a:t>Financiamiento</a:t>
            </a:r>
          </a:p>
          <a:p>
            <a:pPr marL="285750" indent="-285750" algn="just">
              <a:lnSpc>
                <a:spcPct val="150000"/>
              </a:lnSpc>
              <a:buFont typeface="Wingdings" panose="05000000000000000000" pitchFamily="2" charset="2"/>
              <a:buChar char="ü"/>
            </a:pPr>
            <a:r>
              <a:rPr lang="es-ES" sz="1600" dirty="0">
                <a:latin typeface="Arial" panose="020B0604020202020204" pitchFamily="34" charset="0"/>
                <a:cs typeface="Arial" panose="020B0604020202020204" pitchFamily="34" charset="0"/>
              </a:rPr>
              <a:t>Proyecto </a:t>
            </a:r>
            <a:r>
              <a:rPr lang="es-ES" sz="1600" b="1" dirty="0" err="1">
                <a:latin typeface="Arial" panose="020B0604020202020204" pitchFamily="34" charset="0"/>
                <a:cs typeface="Arial" panose="020B0604020202020204" pitchFamily="34" charset="0"/>
              </a:rPr>
              <a:t>auto-gestionado</a:t>
            </a:r>
            <a:r>
              <a:rPr lang="es-ES" sz="1600" dirty="0">
                <a:latin typeface="Arial" panose="020B0604020202020204" pitchFamily="34" charset="0"/>
                <a:cs typeface="Arial" panose="020B0604020202020204" pitchFamily="34" charset="0"/>
              </a:rPr>
              <a:t> (sin inversión institucional directa)</a:t>
            </a:r>
          </a:p>
          <a:p>
            <a:pPr algn="just">
              <a:lnSpc>
                <a:spcPct val="150000"/>
              </a:lnSpc>
            </a:pPr>
            <a:endParaRPr lang="es-ES" sz="1600" dirty="0">
              <a:latin typeface="Arial" panose="020B0604020202020204" pitchFamily="34" charset="0"/>
              <a:cs typeface="Arial" panose="020B0604020202020204" pitchFamily="34" charset="0"/>
            </a:endParaRPr>
          </a:p>
          <a:p>
            <a:pPr marL="0" indent="0" algn="just">
              <a:lnSpc>
                <a:spcPct val="150000"/>
              </a:lnSpc>
              <a:buNone/>
            </a:pPr>
            <a:r>
              <a:rPr lang="es-ES" sz="1600" b="1" dirty="0">
                <a:latin typeface="Arial" panose="020B0604020202020204" pitchFamily="34" charset="0"/>
                <a:cs typeface="Arial" panose="020B0604020202020204" pitchFamily="34" charset="0"/>
              </a:rPr>
              <a:t>Costo–beneficio</a:t>
            </a:r>
            <a:endParaRPr lang="es-ES" sz="1600" dirty="0">
              <a:latin typeface="Arial" panose="020B0604020202020204" pitchFamily="34" charset="0"/>
              <a:cs typeface="Arial" panose="020B0604020202020204" pitchFamily="34" charset="0"/>
            </a:endParaRPr>
          </a:p>
          <a:p>
            <a:pPr marL="285750" indent="-285750" algn="just">
              <a:lnSpc>
                <a:spcPct val="150000"/>
              </a:lnSpc>
              <a:buFont typeface="Wingdings" panose="05000000000000000000" pitchFamily="2" charset="2"/>
              <a:buChar char="ü"/>
            </a:pPr>
            <a:r>
              <a:rPr lang="es-ES" sz="1600" dirty="0">
                <a:latin typeface="Arial" panose="020B0604020202020204" pitchFamily="34" charset="0"/>
                <a:cs typeface="Arial" panose="020B0604020202020204" pitchFamily="34" charset="0"/>
              </a:rPr>
              <a:t>Bajo costo de implementación</a:t>
            </a:r>
          </a:p>
          <a:p>
            <a:pPr marL="285750" indent="-285750" algn="just">
              <a:lnSpc>
                <a:spcPct val="150000"/>
              </a:lnSpc>
              <a:buFont typeface="Wingdings" panose="05000000000000000000" pitchFamily="2" charset="2"/>
              <a:buChar char="ü"/>
            </a:pPr>
            <a:r>
              <a:rPr lang="es-ES" sz="1600" b="1" dirty="0">
                <a:latin typeface="Arial" panose="020B0604020202020204" pitchFamily="34" charset="0"/>
                <a:cs typeface="Arial" panose="020B0604020202020204" pitchFamily="34" charset="0"/>
              </a:rPr>
              <a:t>Alto impacto institucional</a:t>
            </a:r>
            <a:r>
              <a:rPr lang="es-ES" sz="1600" dirty="0">
                <a:latin typeface="Arial" panose="020B0604020202020204" pitchFamily="34" charset="0"/>
                <a:cs typeface="Arial" panose="020B0604020202020204" pitchFamily="34" charset="0"/>
              </a:rPr>
              <a:t>: reducción de errores, ahorro de tiempo, mayor trazabilidad y control de bienes</a:t>
            </a:r>
          </a:p>
        </p:txBody>
      </p:sp>
    </p:spTree>
    <p:extLst>
      <p:ext uri="{BB962C8B-B14F-4D97-AF65-F5344CB8AC3E}">
        <p14:creationId xmlns:p14="http://schemas.microsoft.com/office/powerpoint/2010/main" val="2087525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a:extLst>
            <a:ext uri="{FF2B5EF4-FFF2-40B4-BE49-F238E27FC236}">
              <a16:creationId xmlns:a16="http://schemas.microsoft.com/office/drawing/2014/main" id="{DC04E9E1-C682-3711-4732-B30485BB8FC3}"/>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9DFAA7B4-6403-F2A8-1382-1264A7F145B7}"/>
              </a:ext>
            </a:extLst>
          </p:cNvPr>
          <p:cNvSpPr txBox="1">
            <a:spLocks/>
          </p:cNvSpPr>
          <p:nvPr/>
        </p:nvSpPr>
        <p:spPr>
          <a:xfrm>
            <a:off x="1213317" y="803285"/>
            <a:ext cx="8142623" cy="60648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000" dirty="0">
                <a:latin typeface="Arial" panose="020B0604020202020204" pitchFamily="34" charset="0"/>
                <a:cs typeface="Arial" panose="020B0604020202020204" pitchFamily="34" charset="0"/>
              </a:rPr>
              <a:t>Logros alcanzados y productos finales</a:t>
            </a:r>
            <a:endParaRPr lang="es-EC" sz="3000" dirty="0">
              <a:latin typeface="Arial" panose="020B0604020202020204" pitchFamily="34" charset="0"/>
              <a:cs typeface="Arial" panose="020B0604020202020204" pitchFamily="34" charset="0"/>
            </a:endParaRPr>
          </a:p>
        </p:txBody>
      </p:sp>
      <p:sp>
        <p:nvSpPr>
          <p:cNvPr id="11" name="Título 1">
            <a:extLst>
              <a:ext uri="{FF2B5EF4-FFF2-40B4-BE49-F238E27FC236}">
                <a16:creationId xmlns:a16="http://schemas.microsoft.com/office/drawing/2014/main" id="{5E15059A-79D9-84BC-0A38-B2873B1F1F0B}"/>
              </a:ext>
            </a:extLst>
          </p:cNvPr>
          <p:cNvSpPr txBox="1">
            <a:spLocks/>
          </p:cNvSpPr>
          <p:nvPr/>
        </p:nvSpPr>
        <p:spPr>
          <a:xfrm>
            <a:off x="1213317" y="465678"/>
            <a:ext cx="2728015" cy="273398"/>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200" b="1" dirty="0">
                <a:latin typeface="Arial" panose="020B0604020202020204" pitchFamily="34" charset="0"/>
                <a:cs typeface="Arial" panose="020B0604020202020204" pitchFamily="34" charset="0"/>
              </a:rPr>
              <a:t>Resultados</a:t>
            </a:r>
          </a:p>
        </p:txBody>
      </p:sp>
      <p:sp>
        <p:nvSpPr>
          <p:cNvPr id="7" name="Rectángulo 6">
            <a:extLst>
              <a:ext uri="{FF2B5EF4-FFF2-40B4-BE49-F238E27FC236}">
                <a16:creationId xmlns:a16="http://schemas.microsoft.com/office/drawing/2014/main" id="{A6C81872-AC62-A1B7-8440-89D70A03D737}"/>
              </a:ext>
            </a:extLst>
          </p:cNvPr>
          <p:cNvSpPr/>
          <p:nvPr/>
        </p:nvSpPr>
        <p:spPr>
          <a:xfrm>
            <a:off x="1326184" y="1473982"/>
            <a:ext cx="10450443" cy="5134635"/>
          </a:xfrm>
          <a:prstGeom prst="rect">
            <a:avLst/>
          </a:prstGeom>
          <a:noFill/>
          <a:ln>
            <a:solidFill>
              <a:schemeClr val="bg1">
                <a:lumMod val="6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C"/>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C"/>
          </a:p>
        </p:txBody>
      </p:sp>
      <p:sp>
        <p:nvSpPr>
          <p:cNvPr id="2" name="Content Placeholder 10">
            <a:extLst>
              <a:ext uri="{FF2B5EF4-FFF2-40B4-BE49-F238E27FC236}">
                <a16:creationId xmlns:a16="http://schemas.microsoft.com/office/drawing/2014/main" id="{F9117A69-1A6E-23C9-2F4F-B5961104679A}"/>
              </a:ext>
            </a:extLst>
          </p:cNvPr>
          <p:cNvSpPr txBox="1">
            <a:spLocks/>
          </p:cNvSpPr>
          <p:nvPr/>
        </p:nvSpPr>
        <p:spPr>
          <a:xfrm>
            <a:off x="1326184" y="1765256"/>
            <a:ext cx="5521425" cy="4552085"/>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s-ES" sz="1600" b="1" dirty="0">
                <a:latin typeface="Arial" panose="020B0604020202020204" pitchFamily="34" charset="0"/>
                <a:cs typeface="Arial" panose="020B0604020202020204" pitchFamily="34" charset="0"/>
              </a:rPr>
              <a:t>Resultado principal</a:t>
            </a:r>
          </a:p>
          <a:p>
            <a:pPr marL="0" indent="0" algn="just">
              <a:lnSpc>
                <a:spcPct val="100000"/>
              </a:lnSpc>
              <a:buNone/>
            </a:pPr>
            <a:r>
              <a:rPr lang="es-ES" sz="1600" dirty="0">
                <a:latin typeface="Arial" panose="020B0604020202020204" pitchFamily="34" charset="0"/>
                <a:cs typeface="Arial" panose="020B0604020202020204" pitchFamily="34" charset="0"/>
              </a:rPr>
              <a:t>Desarrollo e implementación de una aplicación móvil funcional para la gestión de bienes tecnológicos.</a:t>
            </a:r>
          </a:p>
          <a:p>
            <a:pPr marL="0" indent="0" algn="just">
              <a:lnSpc>
                <a:spcPct val="100000"/>
              </a:lnSpc>
              <a:buNone/>
            </a:pPr>
            <a:endParaRPr lang="es-ES" sz="1600" dirty="0">
              <a:latin typeface="Arial" panose="020B0604020202020204" pitchFamily="34" charset="0"/>
              <a:cs typeface="Arial" panose="020B0604020202020204" pitchFamily="34" charset="0"/>
            </a:endParaRPr>
          </a:p>
          <a:p>
            <a:pPr marL="0" indent="0" algn="just">
              <a:lnSpc>
                <a:spcPct val="100000"/>
              </a:lnSpc>
              <a:buNone/>
            </a:pPr>
            <a:r>
              <a:rPr lang="es-ES" sz="1600" b="1" dirty="0">
                <a:latin typeface="Arial" panose="020B0604020202020204" pitchFamily="34" charset="0"/>
                <a:cs typeface="Arial" panose="020B0604020202020204" pitchFamily="34" charset="0"/>
              </a:rPr>
              <a:t>Productos obtenidos</a:t>
            </a:r>
          </a:p>
          <a:p>
            <a:pPr algn="just">
              <a:lnSpc>
                <a:spcPct val="100000"/>
              </a:lnSpc>
              <a:buFont typeface="Courier New" panose="02070309020205020404" pitchFamily="49" charset="0"/>
              <a:buChar char="o"/>
            </a:pPr>
            <a:r>
              <a:rPr lang="es-ES" sz="1600" dirty="0">
                <a:latin typeface="Arial" panose="020B0604020202020204" pitchFamily="34" charset="0"/>
                <a:cs typeface="Arial" panose="020B0604020202020204" pitchFamily="34" charset="0"/>
              </a:rPr>
              <a:t>Aplicación móvil operativa</a:t>
            </a:r>
          </a:p>
          <a:p>
            <a:pPr algn="just">
              <a:lnSpc>
                <a:spcPct val="100000"/>
              </a:lnSpc>
              <a:buFont typeface="Courier New" panose="02070309020205020404" pitchFamily="49" charset="0"/>
              <a:buChar char="o"/>
            </a:pPr>
            <a:r>
              <a:rPr lang="es-ES" sz="1600" dirty="0">
                <a:latin typeface="Arial" panose="020B0604020202020204" pitchFamily="34" charset="0"/>
                <a:cs typeface="Arial" panose="020B0604020202020204" pitchFamily="34" charset="0"/>
              </a:rPr>
              <a:t>Modelo funcional del sistema</a:t>
            </a:r>
          </a:p>
          <a:p>
            <a:pPr algn="just">
              <a:lnSpc>
                <a:spcPct val="100000"/>
              </a:lnSpc>
              <a:buFont typeface="Courier New" panose="02070309020205020404" pitchFamily="49" charset="0"/>
              <a:buChar char="o"/>
            </a:pPr>
            <a:r>
              <a:rPr lang="es-ES" sz="1600" dirty="0">
                <a:latin typeface="Arial" panose="020B0604020202020204" pitchFamily="34" charset="0"/>
                <a:cs typeface="Arial" panose="020B0604020202020204" pitchFamily="34" charset="0"/>
              </a:rPr>
              <a:t>Base de datos en la nube</a:t>
            </a:r>
          </a:p>
          <a:p>
            <a:pPr algn="just">
              <a:lnSpc>
                <a:spcPct val="100000"/>
              </a:lnSpc>
              <a:buFont typeface="Courier New" panose="02070309020205020404" pitchFamily="49" charset="0"/>
              <a:buChar char="o"/>
            </a:pPr>
            <a:r>
              <a:rPr lang="es-ES" sz="1600" dirty="0">
                <a:latin typeface="Arial" panose="020B0604020202020204" pitchFamily="34" charset="0"/>
                <a:cs typeface="Arial" panose="020B0604020202020204" pitchFamily="34" charset="0"/>
              </a:rPr>
              <a:t>Validación de usabilidad con usuarios reales</a:t>
            </a:r>
          </a:p>
          <a:p>
            <a:pPr algn="just">
              <a:lnSpc>
                <a:spcPct val="100000"/>
              </a:lnSpc>
              <a:buFont typeface="Courier New" panose="02070309020205020404" pitchFamily="49" charset="0"/>
              <a:buChar char="o"/>
            </a:pPr>
            <a:endParaRPr lang="es-ES" sz="1600" dirty="0">
              <a:latin typeface="Arial" panose="020B0604020202020204" pitchFamily="34" charset="0"/>
              <a:cs typeface="Arial" panose="020B0604020202020204" pitchFamily="34" charset="0"/>
            </a:endParaRPr>
          </a:p>
          <a:p>
            <a:pPr marL="0" indent="0" algn="just">
              <a:lnSpc>
                <a:spcPct val="100000"/>
              </a:lnSpc>
              <a:buNone/>
            </a:pPr>
            <a:r>
              <a:rPr lang="es-ES" sz="1600" b="1" dirty="0">
                <a:latin typeface="Arial" panose="020B0604020202020204" pitchFamily="34" charset="0"/>
                <a:cs typeface="Arial" panose="020B0604020202020204" pitchFamily="34" charset="0"/>
              </a:rPr>
              <a:t>Relación con los objetivos</a:t>
            </a:r>
          </a:p>
          <a:p>
            <a:pPr marL="0" indent="0" algn="just">
              <a:lnSpc>
                <a:spcPct val="100000"/>
              </a:lnSpc>
              <a:buNone/>
            </a:pPr>
            <a:r>
              <a:rPr lang="es-ES" sz="1600" dirty="0">
                <a:latin typeface="Arial" panose="020B0604020202020204" pitchFamily="34" charset="0"/>
                <a:cs typeface="Arial" panose="020B0604020202020204" pitchFamily="34" charset="0"/>
              </a:rPr>
              <a:t>Los resultados alcanzados cumplen el objetivo general y los objetivos específicos planteados.</a:t>
            </a:r>
          </a:p>
        </p:txBody>
      </p:sp>
      <p:pic>
        <p:nvPicPr>
          <p:cNvPr id="3" name="Imagen 2">
            <a:extLst>
              <a:ext uri="{FF2B5EF4-FFF2-40B4-BE49-F238E27FC236}">
                <a16:creationId xmlns:a16="http://schemas.microsoft.com/office/drawing/2014/main" id="{F6777259-8BE4-DDA0-3152-6C976EE65FE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12500"/>
          <a:stretch>
            <a:fillRect/>
          </a:stretch>
        </p:blipFill>
        <p:spPr bwMode="auto">
          <a:xfrm>
            <a:off x="7299238" y="1639902"/>
            <a:ext cx="4276235" cy="4386163"/>
          </a:xfrm>
          <a:prstGeom prst="rect">
            <a:avLst/>
          </a:prstGeom>
          <a:noFill/>
          <a:ln>
            <a:noFill/>
          </a:ln>
          <a:extLst>
            <a:ext uri="{53640926-AAD7-44D8-BBD7-CCE9431645EC}">
              <a14:shadowObscured xmlns:a14="http://schemas.microsoft.com/office/drawing/2010/main"/>
            </a:ext>
          </a:extLst>
        </p:spPr>
      </p:pic>
      <p:sp>
        <p:nvSpPr>
          <p:cNvPr id="4" name="Content Placeholder 10">
            <a:extLst>
              <a:ext uri="{FF2B5EF4-FFF2-40B4-BE49-F238E27FC236}">
                <a16:creationId xmlns:a16="http://schemas.microsoft.com/office/drawing/2014/main" id="{17C22536-5850-584B-D7D7-34A7574E2F26}"/>
              </a:ext>
            </a:extLst>
          </p:cNvPr>
          <p:cNvSpPr txBox="1">
            <a:spLocks/>
          </p:cNvSpPr>
          <p:nvPr/>
        </p:nvSpPr>
        <p:spPr>
          <a:xfrm>
            <a:off x="7041613" y="6120847"/>
            <a:ext cx="4628654" cy="392988"/>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s-ES" sz="1600" b="1" dirty="0">
                <a:latin typeface="Arial" panose="020B0604020202020204" pitchFamily="34" charset="0"/>
                <a:cs typeface="Arial" panose="020B0604020202020204" pitchFamily="34" charset="0"/>
              </a:rPr>
              <a:t>Figura 2 </a:t>
            </a:r>
            <a:r>
              <a:rPr lang="es-ES" sz="1600" i="1" dirty="0">
                <a:latin typeface="Arial" panose="020B0604020202020204" pitchFamily="34" charset="0"/>
                <a:cs typeface="Arial" panose="020B0604020202020204" pitchFamily="34" charset="0"/>
              </a:rPr>
              <a:t>Diagrama de la Arquitectura Cliente-Servidor.</a:t>
            </a:r>
          </a:p>
        </p:txBody>
      </p:sp>
    </p:spTree>
    <p:extLst>
      <p:ext uri="{BB962C8B-B14F-4D97-AF65-F5344CB8AC3E}">
        <p14:creationId xmlns:p14="http://schemas.microsoft.com/office/powerpoint/2010/main" val="2317401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a:extLst>
            <a:ext uri="{FF2B5EF4-FFF2-40B4-BE49-F238E27FC236}">
              <a16:creationId xmlns:a16="http://schemas.microsoft.com/office/drawing/2014/main" id="{A81B2DD2-40AF-FE0B-6C92-C7B86238E4FF}"/>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E8AD63E1-418A-9A40-2AEC-F2403287622B}"/>
              </a:ext>
            </a:extLst>
          </p:cNvPr>
          <p:cNvSpPr txBox="1">
            <a:spLocks/>
          </p:cNvSpPr>
          <p:nvPr/>
        </p:nvSpPr>
        <p:spPr>
          <a:xfrm>
            <a:off x="1213317" y="803285"/>
            <a:ext cx="8142623" cy="60648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000" dirty="0">
                <a:latin typeface="Arial" panose="020B0604020202020204" pitchFamily="34" charset="0"/>
                <a:cs typeface="Arial" panose="020B0604020202020204" pitchFamily="34" charset="0"/>
              </a:rPr>
              <a:t>Evidencia del sistema</a:t>
            </a:r>
            <a:endParaRPr lang="es-EC" sz="3000" dirty="0">
              <a:latin typeface="Arial" panose="020B0604020202020204" pitchFamily="34" charset="0"/>
              <a:cs typeface="Arial" panose="020B0604020202020204" pitchFamily="34" charset="0"/>
            </a:endParaRPr>
          </a:p>
        </p:txBody>
      </p:sp>
      <p:sp>
        <p:nvSpPr>
          <p:cNvPr id="11" name="Título 1">
            <a:extLst>
              <a:ext uri="{FF2B5EF4-FFF2-40B4-BE49-F238E27FC236}">
                <a16:creationId xmlns:a16="http://schemas.microsoft.com/office/drawing/2014/main" id="{5934FB7F-84BA-FC2E-1DFE-CB670EE325DE}"/>
              </a:ext>
            </a:extLst>
          </p:cNvPr>
          <p:cNvSpPr txBox="1">
            <a:spLocks/>
          </p:cNvSpPr>
          <p:nvPr/>
        </p:nvSpPr>
        <p:spPr>
          <a:xfrm>
            <a:off x="1213317" y="465678"/>
            <a:ext cx="2728015" cy="273398"/>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200" b="1" dirty="0">
                <a:latin typeface="Arial" panose="020B0604020202020204" pitchFamily="34" charset="0"/>
                <a:cs typeface="Arial" panose="020B0604020202020204" pitchFamily="34" charset="0"/>
              </a:rPr>
              <a:t>Resultados</a:t>
            </a:r>
          </a:p>
        </p:txBody>
      </p:sp>
      <p:sp>
        <p:nvSpPr>
          <p:cNvPr id="7" name="Rectángulo 6">
            <a:extLst>
              <a:ext uri="{FF2B5EF4-FFF2-40B4-BE49-F238E27FC236}">
                <a16:creationId xmlns:a16="http://schemas.microsoft.com/office/drawing/2014/main" id="{917294E0-28C8-AA8F-2627-B4F0886E7CF4}"/>
              </a:ext>
            </a:extLst>
          </p:cNvPr>
          <p:cNvSpPr/>
          <p:nvPr/>
        </p:nvSpPr>
        <p:spPr>
          <a:xfrm>
            <a:off x="1326184" y="1600200"/>
            <a:ext cx="10450443" cy="4913635"/>
          </a:xfrm>
          <a:prstGeom prst="rect">
            <a:avLst/>
          </a:prstGeom>
          <a:noFill/>
          <a:ln>
            <a:solidFill>
              <a:schemeClr val="bg1">
                <a:lumMod val="6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C"/>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C"/>
          </a:p>
        </p:txBody>
      </p:sp>
      <p:sp>
        <p:nvSpPr>
          <p:cNvPr id="4" name="Content Placeholder 10">
            <a:extLst>
              <a:ext uri="{FF2B5EF4-FFF2-40B4-BE49-F238E27FC236}">
                <a16:creationId xmlns:a16="http://schemas.microsoft.com/office/drawing/2014/main" id="{1F486202-35EC-BBC4-A41E-8E2D8181354A}"/>
              </a:ext>
            </a:extLst>
          </p:cNvPr>
          <p:cNvSpPr txBox="1">
            <a:spLocks/>
          </p:cNvSpPr>
          <p:nvPr/>
        </p:nvSpPr>
        <p:spPr>
          <a:xfrm>
            <a:off x="1603908" y="5981640"/>
            <a:ext cx="4522465" cy="374041"/>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s-ES" sz="1500" b="1" dirty="0">
                <a:latin typeface="Arial" panose="020B0604020202020204" pitchFamily="34" charset="0"/>
                <a:cs typeface="Arial" panose="020B0604020202020204" pitchFamily="34" charset="0"/>
              </a:rPr>
              <a:t>Figura 3 </a:t>
            </a:r>
            <a:r>
              <a:rPr lang="es-ES" sz="1500" i="1" dirty="0">
                <a:latin typeface="Arial" panose="020B0604020202020204" pitchFamily="34" charset="0"/>
                <a:cs typeface="Arial" panose="020B0604020202020204" pitchFamily="34" charset="0"/>
              </a:rPr>
              <a:t>Interfaz de inicio de sesión y autenticación de usuarios.</a:t>
            </a:r>
          </a:p>
        </p:txBody>
      </p:sp>
      <p:pic>
        <p:nvPicPr>
          <p:cNvPr id="5" name="Imagen 4">
            <a:extLst>
              <a:ext uri="{FF2B5EF4-FFF2-40B4-BE49-F238E27FC236}">
                <a16:creationId xmlns:a16="http://schemas.microsoft.com/office/drawing/2014/main" id="{4A4FB1F7-6DB1-42A3-EFD1-2AF05073604F}"/>
              </a:ext>
            </a:extLst>
          </p:cNvPr>
          <p:cNvPicPr>
            <a:picLocks noChangeAspect="1"/>
          </p:cNvPicPr>
          <p:nvPr/>
        </p:nvPicPr>
        <p:blipFill rotWithShape="1">
          <a:blip r:embed="rId4">
            <a:extLst>
              <a:ext uri="{28A0092B-C50C-407E-A947-70E740481C1C}">
                <a14:useLocalDpi xmlns:a14="http://schemas.microsoft.com/office/drawing/2010/main" val="0"/>
              </a:ext>
            </a:extLst>
          </a:blip>
          <a:srcRect t="12253" b="20737"/>
          <a:stretch>
            <a:fillRect/>
          </a:stretch>
        </p:blipFill>
        <p:spPr bwMode="auto">
          <a:xfrm>
            <a:off x="2445655" y="1638255"/>
            <a:ext cx="2838973" cy="4189600"/>
          </a:xfrm>
          <a:prstGeom prst="rect">
            <a:avLst/>
          </a:prstGeom>
          <a:noFill/>
          <a:ln>
            <a:noFill/>
          </a:ln>
          <a:extLst>
            <a:ext uri="{53640926-AAD7-44D8-BBD7-CCE9431645EC}">
              <a14:shadowObscured xmlns:a14="http://schemas.microsoft.com/office/drawing/2010/main"/>
            </a:ext>
          </a:extLst>
        </p:spPr>
      </p:pic>
      <p:pic>
        <p:nvPicPr>
          <p:cNvPr id="10" name="Imagen 9">
            <a:extLst>
              <a:ext uri="{FF2B5EF4-FFF2-40B4-BE49-F238E27FC236}">
                <a16:creationId xmlns:a16="http://schemas.microsoft.com/office/drawing/2014/main" id="{14D9D156-1D20-1B81-0681-2C6398CE491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73148" y="1832237"/>
            <a:ext cx="2365583" cy="3995618"/>
          </a:xfrm>
          <a:prstGeom prst="rect">
            <a:avLst/>
          </a:prstGeom>
          <a:noFill/>
          <a:ln>
            <a:noFill/>
          </a:ln>
        </p:spPr>
      </p:pic>
      <p:sp>
        <p:nvSpPr>
          <p:cNvPr id="13" name="CuadroTexto 12">
            <a:extLst>
              <a:ext uri="{FF2B5EF4-FFF2-40B4-BE49-F238E27FC236}">
                <a16:creationId xmlns:a16="http://schemas.microsoft.com/office/drawing/2014/main" id="{2A967615-4EA6-B3DD-D498-08EA4A905532}"/>
              </a:ext>
            </a:extLst>
          </p:cNvPr>
          <p:cNvSpPr txBox="1"/>
          <p:nvPr/>
        </p:nvSpPr>
        <p:spPr>
          <a:xfrm>
            <a:off x="6827051" y="5891661"/>
            <a:ext cx="5057775" cy="553998"/>
          </a:xfrm>
          <a:prstGeom prst="rect">
            <a:avLst/>
          </a:prstGeom>
          <a:noFill/>
        </p:spPr>
        <p:txBody>
          <a:bodyPr wrap="square">
            <a:spAutoFit/>
          </a:bodyPr>
          <a:lstStyle/>
          <a:p>
            <a:pPr marL="0" marR="0" algn="ctr">
              <a:spcAft>
                <a:spcPts val="1000"/>
              </a:spcAft>
              <a:buNone/>
            </a:pPr>
            <a:r>
              <a:rPr lang="es-ES" sz="1500" b="1" dirty="0">
                <a:effectLst/>
                <a:latin typeface="Arial" panose="020B0604020202020204" pitchFamily="34" charset="0"/>
                <a:ea typeface="Times New Roman" panose="02020603050405020304" pitchFamily="18" charset="0"/>
                <a:cs typeface="Arial" panose="020B0604020202020204" pitchFamily="34" charset="0"/>
              </a:rPr>
              <a:t>Figura 4 </a:t>
            </a:r>
            <a:r>
              <a:rPr lang="es-ES" sz="1500" b="0" i="1" dirty="0">
                <a:effectLst/>
                <a:latin typeface="Arial" panose="020B0604020202020204" pitchFamily="34" charset="0"/>
                <a:ea typeface="Times New Roman" panose="02020603050405020304" pitchFamily="18" charset="0"/>
                <a:cs typeface="Arial" panose="020B0604020202020204" pitchFamily="34" charset="0"/>
              </a:rPr>
              <a:t>Interfaz del </a:t>
            </a:r>
            <a:r>
              <a:rPr lang="es-ES" sz="1500" b="0" i="1" dirty="0" err="1">
                <a:effectLst/>
                <a:latin typeface="Arial" panose="020B0604020202020204" pitchFamily="34" charset="0"/>
                <a:ea typeface="Times New Roman" panose="02020603050405020304" pitchFamily="18" charset="0"/>
                <a:cs typeface="Arial" panose="020B0604020202020204" pitchFamily="34" charset="0"/>
              </a:rPr>
              <a:t>Dashboard</a:t>
            </a:r>
            <a:r>
              <a:rPr lang="es-ES" sz="1500" b="0" i="1" dirty="0">
                <a:effectLst/>
                <a:latin typeface="Arial" panose="020B0604020202020204" pitchFamily="34" charset="0"/>
                <a:ea typeface="Times New Roman" panose="02020603050405020304" pitchFamily="18" charset="0"/>
                <a:cs typeface="Arial" panose="020B0604020202020204" pitchFamily="34" charset="0"/>
              </a:rPr>
              <a:t> principal y resumen operativo del sistema.</a:t>
            </a:r>
            <a:endParaRPr lang="en-US" sz="1500" b="1" dirty="0">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998309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a:extLst>
            <a:ext uri="{FF2B5EF4-FFF2-40B4-BE49-F238E27FC236}">
              <a16:creationId xmlns:a16="http://schemas.microsoft.com/office/drawing/2014/main" id="{92320127-4DB8-4CC0-292A-1E7C338C19B5}"/>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C9DF5BB6-266D-236C-7165-02764B0CFFA1}"/>
              </a:ext>
            </a:extLst>
          </p:cNvPr>
          <p:cNvSpPr txBox="1">
            <a:spLocks/>
          </p:cNvSpPr>
          <p:nvPr/>
        </p:nvSpPr>
        <p:spPr>
          <a:xfrm>
            <a:off x="1213317" y="803285"/>
            <a:ext cx="8142623" cy="60648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000" dirty="0">
                <a:latin typeface="Arial" panose="020B0604020202020204" pitchFamily="34" charset="0"/>
                <a:cs typeface="Arial" panose="020B0604020202020204" pitchFamily="34" charset="0"/>
              </a:rPr>
              <a:t>Gestión del inventario</a:t>
            </a:r>
            <a:endParaRPr lang="es-EC" sz="3000" dirty="0">
              <a:latin typeface="Arial" panose="020B0604020202020204" pitchFamily="34" charset="0"/>
              <a:cs typeface="Arial" panose="020B0604020202020204" pitchFamily="34" charset="0"/>
            </a:endParaRPr>
          </a:p>
        </p:txBody>
      </p:sp>
      <p:sp>
        <p:nvSpPr>
          <p:cNvPr id="11" name="Título 1">
            <a:extLst>
              <a:ext uri="{FF2B5EF4-FFF2-40B4-BE49-F238E27FC236}">
                <a16:creationId xmlns:a16="http://schemas.microsoft.com/office/drawing/2014/main" id="{40EC6759-DDA8-D49E-3792-D6E3DEE949E8}"/>
              </a:ext>
            </a:extLst>
          </p:cNvPr>
          <p:cNvSpPr txBox="1">
            <a:spLocks/>
          </p:cNvSpPr>
          <p:nvPr/>
        </p:nvSpPr>
        <p:spPr>
          <a:xfrm>
            <a:off x="1213317" y="465678"/>
            <a:ext cx="2728015" cy="273398"/>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200" b="1" dirty="0">
                <a:latin typeface="Arial" panose="020B0604020202020204" pitchFamily="34" charset="0"/>
                <a:cs typeface="Arial" panose="020B0604020202020204" pitchFamily="34" charset="0"/>
              </a:rPr>
              <a:t>Resultados</a:t>
            </a:r>
          </a:p>
        </p:txBody>
      </p:sp>
      <p:sp>
        <p:nvSpPr>
          <p:cNvPr id="7" name="Rectángulo 6">
            <a:extLst>
              <a:ext uri="{FF2B5EF4-FFF2-40B4-BE49-F238E27FC236}">
                <a16:creationId xmlns:a16="http://schemas.microsoft.com/office/drawing/2014/main" id="{800D59CF-D6F0-E624-8A92-D37A5F8B4229}"/>
              </a:ext>
            </a:extLst>
          </p:cNvPr>
          <p:cNvSpPr/>
          <p:nvPr/>
        </p:nvSpPr>
        <p:spPr>
          <a:xfrm>
            <a:off x="904010" y="1600200"/>
            <a:ext cx="11211790" cy="4913635"/>
          </a:xfrm>
          <a:prstGeom prst="rect">
            <a:avLst/>
          </a:prstGeom>
          <a:noFill/>
          <a:ln>
            <a:solidFill>
              <a:schemeClr val="bg1">
                <a:lumMod val="6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C"/>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C"/>
          </a:p>
        </p:txBody>
      </p:sp>
      <p:sp>
        <p:nvSpPr>
          <p:cNvPr id="4" name="Content Placeholder 10">
            <a:extLst>
              <a:ext uri="{FF2B5EF4-FFF2-40B4-BE49-F238E27FC236}">
                <a16:creationId xmlns:a16="http://schemas.microsoft.com/office/drawing/2014/main" id="{1F04E303-8C6D-6DC4-D33A-19B5D3690C26}"/>
              </a:ext>
            </a:extLst>
          </p:cNvPr>
          <p:cNvSpPr txBox="1">
            <a:spLocks/>
          </p:cNvSpPr>
          <p:nvPr/>
        </p:nvSpPr>
        <p:spPr>
          <a:xfrm>
            <a:off x="795810" y="5635253"/>
            <a:ext cx="3010175" cy="658289"/>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s-ES" sz="1500" b="1" dirty="0">
                <a:latin typeface="Arial" panose="020B0604020202020204" pitchFamily="34" charset="0"/>
                <a:cs typeface="Arial" panose="020B0604020202020204" pitchFamily="34" charset="0"/>
              </a:rPr>
              <a:t>Figura 5 </a:t>
            </a:r>
            <a:r>
              <a:rPr lang="es-ES" sz="1500" i="1" dirty="0">
                <a:latin typeface="Arial" panose="020B0604020202020204" pitchFamily="34" charset="0"/>
                <a:cs typeface="Arial" panose="020B0604020202020204" pitchFamily="34" charset="0"/>
              </a:rPr>
              <a:t>Vista general del inventario con barra de búsqueda y clasificación por estados.</a:t>
            </a:r>
          </a:p>
        </p:txBody>
      </p:sp>
      <p:sp>
        <p:nvSpPr>
          <p:cNvPr id="13" name="CuadroTexto 12">
            <a:extLst>
              <a:ext uri="{FF2B5EF4-FFF2-40B4-BE49-F238E27FC236}">
                <a16:creationId xmlns:a16="http://schemas.microsoft.com/office/drawing/2014/main" id="{E4369CD7-3F1E-4245-D841-FA444FFA3634}"/>
              </a:ext>
            </a:extLst>
          </p:cNvPr>
          <p:cNvSpPr txBox="1"/>
          <p:nvPr/>
        </p:nvSpPr>
        <p:spPr>
          <a:xfrm>
            <a:off x="6626970" y="5508712"/>
            <a:ext cx="2826104" cy="784830"/>
          </a:xfrm>
          <a:prstGeom prst="rect">
            <a:avLst/>
          </a:prstGeom>
          <a:noFill/>
        </p:spPr>
        <p:txBody>
          <a:bodyPr wrap="square">
            <a:spAutoFit/>
          </a:bodyPr>
          <a:lstStyle/>
          <a:p>
            <a:pPr algn="ctr"/>
            <a:r>
              <a:rPr lang="es-ES" sz="1500" b="1" dirty="0">
                <a:latin typeface="Arial" panose="020B0604020202020204" pitchFamily="34" charset="0"/>
                <a:cs typeface="Arial" panose="020B0604020202020204" pitchFamily="34" charset="0"/>
              </a:rPr>
              <a:t>Figura 7 </a:t>
            </a:r>
            <a:r>
              <a:rPr lang="es-ES" sz="1500" i="1" dirty="0">
                <a:latin typeface="Arial" panose="020B0604020202020204" pitchFamily="34" charset="0"/>
                <a:cs typeface="Arial" panose="020B0604020202020204" pitchFamily="34" charset="0"/>
              </a:rPr>
              <a:t>Filtrado dinámico de bienes bajo préstamo activo y ubicación de custodia.</a:t>
            </a:r>
            <a:endParaRPr lang="en-US" sz="1500" b="1" dirty="0">
              <a:latin typeface="Arial" panose="020B0604020202020204" pitchFamily="34" charset="0"/>
              <a:cs typeface="Arial" panose="020B0604020202020204" pitchFamily="34" charset="0"/>
            </a:endParaRPr>
          </a:p>
        </p:txBody>
      </p:sp>
      <p:pic>
        <p:nvPicPr>
          <p:cNvPr id="2" name="Imagen 1">
            <a:extLst>
              <a:ext uri="{FF2B5EF4-FFF2-40B4-BE49-F238E27FC236}">
                <a16:creationId xmlns:a16="http://schemas.microsoft.com/office/drawing/2014/main" id="{01BD5E78-1E7A-4906-9BC1-C375CF7F1436}"/>
              </a:ext>
            </a:extLst>
          </p:cNvPr>
          <p:cNvPicPr>
            <a:picLocks noChangeAspect="1"/>
          </p:cNvPicPr>
          <p:nvPr/>
        </p:nvPicPr>
        <p:blipFill>
          <a:blip r:embed="rId4" cstate="print">
            <a:extLst>
              <a:ext uri="{28A0092B-C50C-407E-A947-70E740481C1C}">
                <a14:useLocalDpi xmlns:a14="http://schemas.microsoft.com/office/drawing/2010/main" val="0"/>
              </a:ext>
            </a:extLst>
          </a:blip>
          <a:srcRect t="576" b="40758"/>
          <a:stretch>
            <a:fillRect/>
          </a:stretch>
        </p:blipFill>
        <p:spPr bwMode="auto">
          <a:xfrm>
            <a:off x="1198014" y="2008081"/>
            <a:ext cx="2158023" cy="3196610"/>
          </a:xfrm>
          <a:prstGeom prst="rect">
            <a:avLst/>
          </a:prstGeom>
          <a:noFill/>
          <a:ln>
            <a:noFill/>
          </a:ln>
        </p:spPr>
      </p:pic>
      <p:sp>
        <p:nvSpPr>
          <p:cNvPr id="6" name="CuadroTexto 5">
            <a:extLst>
              <a:ext uri="{FF2B5EF4-FFF2-40B4-BE49-F238E27FC236}">
                <a16:creationId xmlns:a16="http://schemas.microsoft.com/office/drawing/2014/main" id="{BA4E1B81-6AFD-DB9E-291B-0CF2294D451D}"/>
              </a:ext>
            </a:extLst>
          </p:cNvPr>
          <p:cNvSpPr txBox="1"/>
          <p:nvPr/>
        </p:nvSpPr>
        <p:spPr>
          <a:xfrm>
            <a:off x="3659186" y="5508712"/>
            <a:ext cx="3010175" cy="784830"/>
          </a:xfrm>
          <a:prstGeom prst="rect">
            <a:avLst/>
          </a:prstGeom>
          <a:noFill/>
        </p:spPr>
        <p:txBody>
          <a:bodyPr wrap="square">
            <a:spAutoFit/>
          </a:bodyPr>
          <a:lstStyle/>
          <a:p>
            <a:pPr marL="0" marR="0" algn="ctr">
              <a:spcAft>
                <a:spcPts val="1000"/>
              </a:spcAft>
              <a:buNone/>
            </a:pPr>
            <a:r>
              <a:rPr lang="es-ES" sz="1500" b="1" dirty="0">
                <a:effectLst/>
                <a:latin typeface="Arial" panose="020B0604020202020204" pitchFamily="34" charset="0"/>
                <a:ea typeface="Times New Roman" panose="02020603050405020304" pitchFamily="18" charset="0"/>
                <a:cs typeface="Arial" panose="020B0604020202020204" pitchFamily="34" charset="0"/>
              </a:rPr>
              <a:t>Figura 6 </a:t>
            </a:r>
            <a:r>
              <a:rPr lang="es-ES" sz="1500" b="0" i="1" dirty="0">
                <a:effectLst/>
                <a:latin typeface="Arial" panose="020B0604020202020204" pitchFamily="34" charset="0"/>
                <a:ea typeface="Times New Roman" panose="02020603050405020304" pitchFamily="18" charset="0"/>
                <a:cs typeface="Arial" panose="020B0604020202020204" pitchFamily="34" charset="0"/>
              </a:rPr>
              <a:t>Filtrado dinámico de bienes disponibles para asignación inmediata.</a:t>
            </a:r>
            <a:endParaRPr lang="en-US" sz="1500" b="1" dirty="0">
              <a:effectLst/>
              <a:latin typeface="Arial" panose="020B0604020202020204" pitchFamily="34" charset="0"/>
              <a:ea typeface="Times New Roman" panose="02020603050405020304" pitchFamily="18" charset="0"/>
              <a:cs typeface="Arial" panose="020B0604020202020204" pitchFamily="34" charset="0"/>
            </a:endParaRPr>
          </a:p>
        </p:txBody>
      </p:sp>
      <p:pic>
        <p:nvPicPr>
          <p:cNvPr id="8" name="Imagen 7">
            <a:extLst>
              <a:ext uri="{FF2B5EF4-FFF2-40B4-BE49-F238E27FC236}">
                <a16:creationId xmlns:a16="http://schemas.microsoft.com/office/drawing/2014/main" id="{00707633-3F18-E60B-6A8B-EC1F7AEA0C11}"/>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57519" y="2008081"/>
            <a:ext cx="2157749" cy="3196610"/>
          </a:xfrm>
          <a:prstGeom prst="rect">
            <a:avLst/>
          </a:prstGeom>
          <a:noFill/>
          <a:ln>
            <a:noFill/>
          </a:ln>
        </p:spPr>
      </p:pic>
      <p:cxnSp>
        <p:nvCxnSpPr>
          <p:cNvPr id="14" name="Conector recto 13">
            <a:extLst>
              <a:ext uri="{FF2B5EF4-FFF2-40B4-BE49-F238E27FC236}">
                <a16:creationId xmlns:a16="http://schemas.microsoft.com/office/drawing/2014/main" id="{CA9EB539-F3D0-5223-8192-961C025829B7}"/>
              </a:ext>
            </a:extLst>
          </p:cNvPr>
          <p:cNvCxnSpPr/>
          <p:nvPr/>
        </p:nvCxnSpPr>
        <p:spPr>
          <a:xfrm>
            <a:off x="3724995" y="1600200"/>
            <a:ext cx="0" cy="49136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5" name="Imagen 14">
            <a:extLst>
              <a:ext uri="{FF2B5EF4-FFF2-40B4-BE49-F238E27FC236}">
                <a16:creationId xmlns:a16="http://schemas.microsoft.com/office/drawing/2014/main" id="{4C01D27E-8B4D-15CE-6C54-3F578FF186F8}"/>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41389" y="2008081"/>
            <a:ext cx="2190261" cy="3188880"/>
          </a:xfrm>
          <a:prstGeom prst="rect">
            <a:avLst/>
          </a:prstGeom>
          <a:noFill/>
          <a:ln>
            <a:noFill/>
          </a:ln>
        </p:spPr>
      </p:pic>
      <p:cxnSp>
        <p:nvCxnSpPr>
          <p:cNvPr id="16" name="Conector recto 15">
            <a:extLst>
              <a:ext uri="{FF2B5EF4-FFF2-40B4-BE49-F238E27FC236}">
                <a16:creationId xmlns:a16="http://schemas.microsoft.com/office/drawing/2014/main" id="{19990AC6-BCD7-55DF-5FFB-483C36F67EFF}"/>
              </a:ext>
            </a:extLst>
          </p:cNvPr>
          <p:cNvCxnSpPr/>
          <p:nvPr/>
        </p:nvCxnSpPr>
        <p:spPr>
          <a:xfrm>
            <a:off x="6549866" y="1600200"/>
            <a:ext cx="0" cy="49136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CuadroTexto 17">
            <a:extLst>
              <a:ext uri="{FF2B5EF4-FFF2-40B4-BE49-F238E27FC236}">
                <a16:creationId xmlns:a16="http://schemas.microsoft.com/office/drawing/2014/main" id="{C5669EEE-2AB1-87F4-6C5B-9A04AF6BDD69}"/>
              </a:ext>
            </a:extLst>
          </p:cNvPr>
          <p:cNvSpPr txBox="1"/>
          <p:nvPr/>
        </p:nvSpPr>
        <p:spPr>
          <a:xfrm>
            <a:off x="9413242" y="5571982"/>
            <a:ext cx="2860828" cy="784830"/>
          </a:xfrm>
          <a:prstGeom prst="rect">
            <a:avLst/>
          </a:prstGeom>
          <a:noFill/>
        </p:spPr>
        <p:txBody>
          <a:bodyPr wrap="square">
            <a:spAutoFit/>
          </a:bodyPr>
          <a:lstStyle/>
          <a:p>
            <a:pPr marL="0" marR="0" algn="ctr">
              <a:spcAft>
                <a:spcPts val="1000"/>
              </a:spcAft>
              <a:buNone/>
            </a:pPr>
            <a:r>
              <a:rPr lang="es-ES" sz="1500" b="1" dirty="0">
                <a:effectLst/>
                <a:latin typeface="Arial" panose="020B0604020202020204" pitchFamily="34" charset="0"/>
                <a:ea typeface="Times New Roman" panose="02020603050405020304" pitchFamily="18" charset="0"/>
                <a:cs typeface="Arial" panose="020B0604020202020204" pitchFamily="34" charset="0"/>
              </a:rPr>
              <a:t>Figura 8 </a:t>
            </a:r>
            <a:r>
              <a:rPr lang="es-ES" sz="1500" b="0" i="1" dirty="0">
                <a:effectLst/>
                <a:latin typeface="Arial" panose="020B0604020202020204" pitchFamily="34" charset="0"/>
                <a:ea typeface="Times New Roman" panose="02020603050405020304" pitchFamily="18" charset="0"/>
                <a:cs typeface="Arial" panose="020B0604020202020204" pitchFamily="34" charset="0"/>
              </a:rPr>
              <a:t>Filtrado dinámico de bienes bajo préstamo en reparación</a:t>
            </a:r>
            <a:endParaRPr lang="en-US" sz="1500" b="1" dirty="0">
              <a:effectLst/>
              <a:latin typeface="Arial" panose="020B0604020202020204" pitchFamily="34" charset="0"/>
              <a:ea typeface="Times New Roman" panose="02020603050405020304" pitchFamily="18" charset="0"/>
              <a:cs typeface="Arial" panose="020B0604020202020204" pitchFamily="34" charset="0"/>
            </a:endParaRPr>
          </a:p>
        </p:txBody>
      </p:sp>
      <p:cxnSp>
        <p:nvCxnSpPr>
          <p:cNvPr id="19" name="Conector recto 18">
            <a:extLst>
              <a:ext uri="{FF2B5EF4-FFF2-40B4-BE49-F238E27FC236}">
                <a16:creationId xmlns:a16="http://schemas.microsoft.com/office/drawing/2014/main" id="{A6E5B966-F675-F84D-4177-ABF02E787CF7}"/>
              </a:ext>
            </a:extLst>
          </p:cNvPr>
          <p:cNvCxnSpPr/>
          <p:nvPr/>
        </p:nvCxnSpPr>
        <p:spPr>
          <a:xfrm>
            <a:off x="9528594" y="1600199"/>
            <a:ext cx="0" cy="49136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1" name="Imagen 20">
            <a:extLst>
              <a:ext uri="{FF2B5EF4-FFF2-40B4-BE49-F238E27FC236}">
                <a16:creationId xmlns:a16="http://schemas.microsoft.com/office/drawing/2014/main" id="{AE14B67F-92C1-6B3D-DB40-9DDDC4C855D1}"/>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b="20455"/>
          <a:stretch>
            <a:fillRect/>
          </a:stretch>
        </p:blipFill>
        <p:spPr bwMode="auto">
          <a:xfrm>
            <a:off x="9858869" y="2008081"/>
            <a:ext cx="2121752" cy="318888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64778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a:extLst>
            <a:ext uri="{FF2B5EF4-FFF2-40B4-BE49-F238E27FC236}">
              <a16:creationId xmlns:a16="http://schemas.microsoft.com/office/drawing/2014/main" id="{D9FFEA82-DF12-4F29-0ED7-4A5EB959DFA9}"/>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630E9B22-C3EE-AB57-18A9-313F18929F10}"/>
              </a:ext>
            </a:extLst>
          </p:cNvPr>
          <p:cNvSpPr txBox="1">
            <a:spLocks/>
          </p:cNvSpPr>
          <p:nvPr/>
        </p:nvSpPr>
        <p:spPr>
          <a:xfrm>
            <a:off x="1213317" y="803285"/>
            <a:ext cx="8142623" cy="60648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000" dirty="0">
                <a:latin typeface="Arial" panose="020B0604020202020204" pitchFamily="34" charset="0"/>
                <a:cs typeface="Arial" panose="020B0604020202020204" pitchFamily="34" charset="0"/>
              </a:rPr>
              <a:t>Trazabilidad y control</a:t>
            </a:r>
            <a:endParaRPr lang="es-EC" sz="3000" dirty="0">
              <a:latin typeface="Arial" panose="020B0604020202020204" pitchFamily="34" charset="0"/>
              <a:cs typeface="Arial" panose="020B0604020202020204" pitchFamily="34" charset="0"/>
            </a:endParaRPr>
          </a:p>
        </p:txBody>
      </p:sp>
      <p:sp>
        <p:nvSpPr>
          <p:cNvPr id="11" name="Título 1">
            <a:extLst>
              <a:ext uri="{FF2B5EF4-FFF2-40B4-BE49-F238E27FC236}">
                <a16:creationId xmlns:a16="http://schemas.microsoft.com/office/drawing/2014/main" id="{34703C89-0259-BD23-0C92-A06D5F775F2C}"/>
              </a:ext>
            </a:extLst>
          </p:cNvPr>
          <p:cNvSpPr txBox="1">
            <a:spLocks/>
          </p:cNvSpPr>
          <p:nvPr/>
        </p:nvSpPr>
        <p:spPr>
          <a:xfrm>
            <a:off x="1213317" y="465678"/>
            <a:ext cx="2728015" cy="273398"/>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200" b="1" dirty="0">
                <a:latin typeface="Arial" panose="020B0604020202020204" pitchFamily="34" charset="0"/>
                <a:cs typeface="Arial" panose="020B0604020202020204" pitchFamily="34" charset="0"/>
              </a:rPr>
              <a:t>Resultados</a:t>
            </a:r>
          </a:p>
        </p:txBody>
      </p:sp>
      <p:sp>
        <p:nvSpPr>
          <p:cNvPr id="7" name="Rectángulo 6">
            <a:extLst>
              <a:ext uri="{FF2B5EF4-FFF2-40B4-BE49-F238E27FC236}">
                <a16:creationId xmlns:a16="http://schemas.microsoft.com/office/drawing/2014/main" id="{FEBE84DE-190C-254B-64DD-B12500A9CA54}"/>
              </a:ext>
            </a:extLst>
          </p:cNvPr>
          <p:cNvSpPr/>
          <p:nvPr/>
        </p:nvSpPr>
        <p:spPr>
          <a:xfrm>
            <a:off x="1330973" y="1600200"/>
            <a:ext cx="10483492" cy="4913635"/>
          </a:xfrm>
          <a:prstGeom prst="rect">
            <a:avLst/>
          </a:prstGeom>
          <a:noFill/>
          <a:ln>
            <a:solidFill>
              <a:schemeClr val="bg1">
                <a:lumMod val="6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C"/>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C"/>
          </a:p>
        </p:txBody>
      </p:sp>
      <p:sp>
        <p:nvSpPr>
          <p:cNvPr id="4" name="Content Placeholder 10">
            <a:extLst>
              <a:ext uri="{FF2B5EF4-FFF2-40B4-BE49-F238E27FC236}">
                <a16:creationId xmlns:a16="http://schemas.microsoft.com/office/drawing/2014/main" id="{D5237CF6-10E3-B22E-532D-71C4A412D348}"/>
              </a:ext>
            </a:extLst>
          </p:cNvPr>
          <p:cNvSpPr txBox="1">
            <a:spLocks/>
          </p:cNvSpPr>
          <p:nvPr/>
        </p:nvSpPr>
        <p:spPr>
          <a:xfrm>
            <a:off x="1497665" y="5734033"/>
            <a:ext cx="5075054" cy="658289"/>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s-ES" sz="1500" b="1" dirty="0">
                <a:latin typeface="Arial" panose="020B0604020202020204" pitchFamily="34" charset="0"/>
                <a:cs typeface="Arial" panose="020B0604020202020204" pitchFamily="34" charset="0"/>
              </a:rPr>
              <a:t>Figura 9 </a:t>
            </a:r>
            <a:r>
              <a:rPr lang="es-ES" sz="1500" i="1" dirty="0">
                <a:latin typeface="Arial" panose="020B0604020202020204" pitchFamily="34" charset="0"/>
                <a:cs typeface="Arial" panose="020B0604020202020204" pitchFamily="34" charset="0"/>
              </a:rPr>
              <a:t>Interfaz de préstamos activos con identificación de responsables por trazabilidad.</a:t>
            </a:r>
          </a:p>
        </p:txBody>
      </p:sp>
      <p:sp>
        <p:nvSpPr>
          <p:cNvPr id="6" name="CuadroTexto 5">
            <a:extLst>
              <a:ext uri="{FF2B5EF4-FFF2-40B4-BE49-F238E27FC236}">
                <a16:creationId xmlns:a16="http://schemas.microsoft.com/office/drawing/2014/main" id="{99067D71-A28D-50AC-4B02-6913D070749C}"/>
              </a:ext>
            </a:extLst>
          </p:cNvPr>
          <p:cNvSpPr txBox="1"/>
          <p:nvPr/>
        </p:nvSpPr>
        <p:spPr>
          <a:xfrm>
            <a:off x="7024253" y="5786178"/>
            <a:ext cx="4488875" cy="553998"/>
          </a:xfrm>
          <a:prstGeom prst="rect">
            <a:avLst/>
          </a:prstGeom>
          <a:noFill/>
        </p:spPr>
        <p:txBody>
          <a:bodyPr wrap="square">
            <a:spAutoFit/>
          </a:bodyPr>
          <a:lstStyle/>
          <a:p>
            <a:pPr marL="0" marR="0" algn="ctr">
              <a:spcAft>
                <a:spcPts val="1000"/>
              </a:spcAft>
              <a:buNone/>
            </a:pPr>
            <a:r>
              <a:rPr lang="es-ES" sz="1500" b="1" dirty="0">
                <a:effectLst/>
                <a:latin typeface="Arial" panose="020B0604020202020204" pitchFamily="34" charset="0"/>
                <a:ea typeface="Times New Roman" panose="02020603050405020304" pitchFamily="18" charset="0"/>
                <a:cs typeface="Arial" panose="020B0604020202020204" pitchFamily="34" charset="0"/>
              </a:rPr>
              <a:t>Figura 10 </a:t>
            </a:r>
            <a:r>
              <a:rPr lang="es-ES" sz="1500" i="1" dirty="0">
                <a:effectLst/>
                <a:latin typeface="Arial" panose="020B0604020202020204" pitchFamily="34" charset="0"/>
                <a:ea typeface="Times New Roman" panose="02020603050405020304" pitchFamily="18" charset="0"/>
                <a:cs typeface="Arial" panose="020B0604020202020204" pitchFamily="34" charset="0"/>
              </a:rPr>
              <a:t>Historial de movimientos y registro de trazabilidad histórica.</a:t>
            </a:r>
            <a:endParaRPr lang="en-US" sz="1500" i="1" dirty="0">
              <a:effectLst/>
              <a:latin typeface="Arial" panose="020B0604020202020204" pitchFamily="34" charset="0"/>
              <a:ea typeface="Times New Roman" panose="02020603050405020304" pitchFamily="18" charset="0"/>
              <a:cs typeface="Arial" panose="020B0604020202020204" pitchFamily="34" charset="0"/>
            </a:endParaRPr>
          </a:p>
        </p:txBody>
      </p:sp>
      <p:pic>
        <p:nvPicPr>
          <p:cNvPr id="3" name="Imagen 2">
            <a:extLst>
              <a:ext uri="{FF2B5EF4-FFF2-40B4-BE49-F238E27FC236}">
                <a16:creationId xmlns:a16="http://schemas.microsoft.com/office/drawing/2014/main" id="{83938433-37C4-B325-055C-A67B56A727C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79509" y="1707337"/>
            <a:ext cx="3323646" cy="4026696"/>
          </a:xfrm>
          <a:prstGeom prst="rect">
            <a:avLst/>
          </a:prstGeom>
          <a:noFill/>
          <a:ln>
            <a:noFill/>
          </a:ln>
        </p:spPr>
      </p:pic>
      <p:pic>
        <p:nvPicPr>
          <p:cNvPr id="5" name="Imagen 4">
            <a:extLst>
              <a:ext uri="{FF2B5EF4-FFF2-40B4-BE49-F238E27FC236}">
                <a16:creationId xmlns:a16="http://schemas.microsoft.com/office/drawing/2014/main" id="{2131857C-DFE2-381E-3BC0-5345E0E0871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06868" y="1707337"/>
            <a:ext cx="3323646" cy="4026696"/>
          </a:xfrm>
          <a:prstGeom prst="rect">
            <a:avLst/>
          </a:prstGeom>
          <a:noFill/>
          <a:ln>
            <a:noFill/>
          </a:ln>
        </p:spPr>
      </p:pic>
    </p:spTree>
    <p:extLst>
      <p:ext uri="{BB962C8B-B14F-4D97-AF65-F5344CB8AC3E}">
        <p14:creationId xmlns:p14="http://schemas.microsoft.com/office/powerpoint/2010/main" val="3368984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a:extLst>
            <a:ext uri="{FF2B5EF4-FFF2-40B4-BE49-F238E27FC236}">
              <a16:creationId xmlns:a16="http://schemas.microsoft.com/office/drawing/2014/main" id="{C968728B-AA36-0970-1FEC-4CB33330D610}"/>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78F61262-74F8-8B94-6217-8A8CFC79AEAA}"/>
              </a:ext>
            </a:extLst>
          </p:cNvPr>
          <p:cNvSpPr txBox="1">
            <a:spLocks/>
          </p:cNvSpPr>
          <p:nvPr/>
        </p:nvSpPr>
        <p:spPr>
          <a:xfrm>
            <a:off x="1213317" y="803285"/>
            <a:ext cx="8142623" cy="60648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000" dirty="0">
                <a:latin typeface="Arial" panose="020B0604020202020204" pitchFamily="34" charset="0"/>
                <a:cs typeface="Arial" panose="020B0604020202020204" pitchFamily="34" charset="0"/>
              </a:rPr>
              <a:t>Gestión documental</a:t>
            </a:r>
            <a:endParaRPr lang="es-EC" sz="3000" dirty="0">
              <a:latin typeface="Arial" panose="020B0604020202020204" pitchFamily="34" charset="0"/>
              <a:cs typeface="Arial" panose="020B0604020202020204" pitchFamily="34" charset="0"/>
            </a:endParaRPr>
          </a:p>
        </p:txBody>
      </p:sp>
      <p:sp>
        <p:nvSpPr>
          <p:cNvPr id="11" name="Título 1">
            <a:extLst>
              <a:ext uri="{FF2B5EF4-FFF2-40B4-BE49-F238E27FC236}">
                <a16:creationId xmlns:a16="http://schemas.microsoft.com/office/drawing/2014/main" id="{6D163A87-1B24-455B-DDDB-4D53C2A1841F}"/>
              </a:ext>
            </a:extLst>
          </p:cNvPr>
          <p:cNvSpPr txBox="1">
            <a:spLocks/>
          </p:cNvSpPr>
          <p:nvPr/>
        </p:nvSpPr>
        <p:spPr>
          <a:xfrm>
            <a:off x="1213317" y="465678"/>
            <a:ext cx="2728015" cy="273398"/>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200" b="1" dirty="0">
                <a:latin typeface="Arial" panose="020B0604020202020204" pitchFamily="34" charset="0"/>
                <a:cs typeface="Arial" panose="020B0604020202020204" pitchFamily="34" charset="0"/>
              </a:rPr>
              <a:t>Resultados</a:t>
            </a:r>
          </a:p>
        </p:txBody>
      </p:sp>
      <p:sp>
        <p:nvSpPr>
          <p:cNvPr id="7" name="Rectángulo 6">
            <a:extLst>
              <a:ext uri="{FF2B5EF4-FFF2-40B4-BE49-F238E27FC236}">
                <a16:creationId xmlns:a16="http://schemas.microsoft.com/office/drawing/2014/main" id="{841E1371-D95D-C92A-A7D5-F14E7A9ACF56}"/>
              </a:ext>
            </a:extLst>
          </p:cNvPr>
          <p:cNvSpPr/>
          <p:nvPr/>
        </p:nvSpPr>
        <p:spPr>
          <a:xfrm>
            <a:off x="1330973" y="1600201"/>
            <a:ext cx="10441927" cy="4792122"/>
          </a:xfrm>
          <a:prstGeom prst="rect">
            <a:avLst/>
          </a:prstGeom>
          <a:noFill/>
          <a:ln>
            <a:solidFill>
              <a:schemeClr val="bg1">
                <a:lumMod val="6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C"/>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C"/>
          </a:p>
        </p:txBody>
      </p:sp>
      <p:sp>
        <p:nvSpPr>
          <p:cNvPr id="4" name="Content Placeholder 10">
            <a:extLst>
              <a:ext uri="{FF2B5EF4-FFF2-40B4-BE49-F238E27FC236}">
                <a16:creationId xmlns:a16="http://schemas.microsoft.com/office/drawing/2014/main" id="{009670A5-E40A-6E01-2031-A975A0BFCC42}"/>
              </a:ext>
            </a:extLst>
          </p:cNvPr>
          <p:cNvSpPr txBox="1">
            <a:spLocks/>
          </p:cNvSpPr>
          <p:nvPr/>
        </p:nvSpPr>
        <p:spPr>
          <a:xfrm>
            <a:off x="2175601" y="5725570"/>
            <a:ext cx="8685426" cy="658289"/>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s-ES" sz="1500" b="1" dirty="0">
                <a:latin typeface="Arial" panose="020B0604020202020204" pitchFamily="34" charset="0"/>
                <a:cs typeface="Arial" panose="020B0604020202020204" pitchFamily="34" charset="0"/>
              </a:rPr>
              <a:t>Figura 12 </a:t>
            </a:r>
            <a:r>
              <a:rPr lang="es-ES" sz="1500" i="1" dirty="0">
                <a:latin typeface="Arial" panose="020B0604020202020204" pitchFamily="34" charset="0"/>
                <a:cs typeface="Arial" panose="020B0604020202020204" pitchFamily="34" charset="0"/>
              </a:rPr>
              <a:t>Módulo de gestión y clasificación de actas digitales de inventario.</a:t>
            </a:r>
          </a:p>
        </p:txBody>
      </p:sp>
      <p:pic>
        <p:nvPicPr>
          <p:cNvPr id="2" name="Imagen 1">
            <a:extLst>
              <a:ext uri="{FF2B5EF4-FFF2-40B4-BE49-F238E27FC236}">
                <a16:creationId xmlns:a16="http://schemas.microsoft.com/office/drawing/2014/main" id="{D801F1D4-7FDD-F515-6DA5-9CE20DC73CE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 b="30582"/>
          <a:stretch>
            <a:fillRect/>
          </a:stretch>
        </p:blipFill>
        <p:spPr bwMode="auto">
          <a:xfrm>
            <a:off x="4675847" y="1851277"/>
            <a:ext cx="3684934" cy="387429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54718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758A0498-15C0-45A8-9FC6-AB0ACAF63435}"/>
              </a:ext>
            </a:extLst>
          </p:cNvPr>
          <p:cNvGraphicFramePr>
            <a:graphicFrameLocks noGrp="1"/>
          </p:cNvGraphicFramePr>
          <p:nvPr>
            <p:extLst>
              <p:ext uri="{D42A27DB-BD31-4B8C-83A1-F6EECF244321}">
                <p14:modId xmlns:p14="http://schemas.microsoft.com/office/powerpoint/2010/main" val="461820328"/>
              </p:ext>
            </p:extLst>
          </p:nvPr>
        </p:nvGraphicFramePr>
        <p:xfrm>
          <a:off x="1350623" y="1447837"/>
          <a:ext cx="10546967" cy="4786790"/>
        </p:xfrm>
        <a:graphic>
          <a:graphicData uri="http://schemas.openxmlformats.org/drawingml/2006/table">
            <a:tbl>
              <a:tblPr firstRow="1" firstCol="1" bandRow="1">
                <a:tableStyleId>{5C22544A-7EE6-4342-B048-85BDC9FD1C3A}</a:tableStyleId>
              </a:tblPr>
              <a:tblGrid>
                <a:gridCol w="734440">
                  <a:extLst>
                    <a:ext uri="{9D8B030D-6E8A-4147-A177-3AD203B41FA5}">
                      <a16:colId xmlns:a16="http://schemas.microsoft.com/office/drawing/2014/main" val="2092588802"/>
                    </a:ext>
                  </a:extLst>
                </a:gridCol>
                <a:gridCol w="1769117">
                  <a:extLst>
                    <a:ext uri="{9D8B030D-6E8A-4147-A177-3AD203B41FA5}">
                      <a16:colId xmlns:a16="http://schemas.microsoft.com/office/drawing/2014/main" val="1385807644"/>
                    </a:ext>
                  </a:extLst>
                </a:gridCol>
                <a:gridCol w="3066766">
                  <a:extLst>
                    <a:ext uri="{9D8B030D-6E8A-4147-A177-3AD203B41FA5}">
                      <a16:colId xmlns:a16="http://schemas.microsoft.com/office/drawing/2014/main" val="1720002237"/>
                    </a:ext>
                  </a:extLst>
                </a:gridCol>
                <a:gridCol w="1775811">
                  <a:extLst>
                    <a:ext uri="{9D8B030D-6E8A-4147-A177-3AD203B41FA5}">
                      <a16:colId xmlns:a16="http://schemas.microsoft.com/office/drawing/2014/main" val="535780620"/>
                    </a:ext>
                  </a:extLst>
                </a:gridCol>
                <a:gridCol w="3200833">
                  <a:extLst>
                    <a:ext uri="{9D8B030D-6E8A-4147-A177-3AD203B41FA5}">
                      <a16:colId xmlns:a16="http://schemas.microsoft.com/office/drawing/2014/main" val="1187649647"/>
                    </a:ext>
                  </a:extLst>
                </a:gridCol>
              </a:tblGrid>
              <a:tr h="249504">
                <a:tc gridSpan="5">
                  <a:txBody>
                    <a:bodyPr/>
                    <a:lstStyle/>
                    <a:p>
                      <a:pPr algn="ctr"/>
                      <a:r>
                        <a:rPr lang="es-ES" sz="1500" b="1" kern="1200" dirty="0">
                          <a:solidFill>
                            <a:schemeClr val="lt1"/>
                          </a:solidFill>
                          <a:effectLst/>
                          <a:latin typeface="Arial" panose="020B0604020202020204" pitchFamily="34" charset="0"/>
                          <a:ea typeface="+mn-ea"/>
                          <a:cs typeface="Arial" panose="020B0604020202020204" pitchFamily="34" charset="0"/>
                        </a:rPr>
                        <a:t>Tabla 3 </a:t>
                      </a:r>
                      <a:r>
                        <a:rPr lang="es-ES" sz="1500" b="0" i="1" kern="1200" dirty="0">
                          <a:solidFill>
                            <a:schemeClr val="lt1"/>
                          </a:solidFill>
                          <a:effectLst/>
                          <a:latin typeface="Arial" panose="020B0604020202020204" pitchFamily="34" charset="0"/>
                          <a:ea typeface="+mn-ea"/>
                          <a:cs typeface="Arial" panose="020B0604020202020204" pitchFamily="34" charset="0"/>
                        </a:rPr>
                        <a:t>Tabla de Requisitos Funcionales</a:t>
                      </a:r>
                      <a:endParaRPr lang="en-US" sz="1500" b="1" kern="1200" dirty="0">
                        <a:solidFill>
                          <a:schemeClr val="lt1"/>
                        </a:solidFill>
                        <a:effectLst/>
                        <a:latin typeface="Arial" panose="020B0604020202020204" pitchFamily="34" charset="0"/>
                        <a:ea typeface="+mn-ea"/>
                        <a:cs typeface="Arial" panose="020B0604020202020204" pitchFamily="34" charset="0"/>
                      </a:endParaRPr>
                    </a:p>
                  </a:txBody>
                  <a:tcPr marL="68580" marR="68580" marT="0" marB="0">
                    <a:solidFill>
                      <a:srgbClr val="C00000"/>
                    </a:solidFill>
                  </a:tcPr>
                </a:tc>
                <a:tc hMerge="1">
                  <a:txBody>
                    <a:bodyPr/>
                    <a:lstStyle/>
                    <a:p>
                      <a:endParaRPr lang="es-EC"/>
                    </a:p>
                  </a:txBody>
                  <a:tcPr/>
                </a:tc>
                <a:tc hMerge="1">
                  <a:txBody>
                    <a:bodyPr/>
                    <a:lstStyle/>
                    <a:p>
                      <a:endParaRPr lang="es-EC"/>
                    </a:p>
                  </a:txBody>
                  <a:tcPr/>
                </a:tc>
                <a:tc hMerge="1">
                  <a:txBody>
                    <a:bodyPr/>
                    <a:lstStyle/>
                    <a:p>
                      <a:endParaRPr lang="es-EC"/>
                    </a:p>
                  </a:txBody>
                  <a:tcPr/>
                </a:tc>
                <a:tc hMerge="1">
                  <a:txBody>
                    <a:bodyPr/>
                    <a:lstStyle/>
                    <a:p>
                      <a:endParaRPr lang="es-EC"/>
                    </a:p>
                  </a:txBody>
                  <a:tcPr/>
                </a:tc>
                <a:extLst>
                  <a:ext uri="{0D108BD9-81ED-4DB2-BD59-A6C34878D82A}">
                    <a16:rowId xmlns:a16="http://schemas.microsoft.com/office/drawing/2014/main" val="3112187319"/>
                  </a:ext>
                </a:extLst>
              </a:tr>
              <a:tr h="282944">
                <a:tc>
                  <a:txBody>
                    <a:bodyPr/>
                    <a:lstStyle/>
                    <a:p>
                      <a:pPr marL="0" marR="0" algn="ctr">
                        <a:lnSpc>
                          <a:spcPct val="150000"/>
                        </a:lnSpc>
                        <a:buNone/>
                      </a:pPr>
                      <a:r>
                        <a:rPr lang="en-US" sz="1200" dirty="0">
                          <a:effectLst/>
                          <a:latin typeface="Arial" panose="020B0604020202020204" pitchFamily="34" charset="0"/>
                          <a:cs typeface="Arial" panose="020B0604020202020204" pitchFamily="34" charset="0"/>
                        </a:rPr>
                        <a:t>ID</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rgbClr val="C00000"/>
                    </a:solidFill>
                  </a:tcPr>
                </a:tc>
                <a:tc>
                  <a:txBody>
                    <a:bodyPr/>
                    <a:lstStyle/>
                    <a:p>
                      <a:pPr marL="0" marR="0" algn="ctr">
                        <a:lnSpc>
                          <a:spcPct val="150000"/>
                        </a:lnSpc>
                        <a:buNone/>
                      </a:pPr>
                      <a:r>
                        <a:rPr lang="en-US" sz="1200" b="1" dirty="0">
                          <a:effectLst/>
                          <a:latin typeface="Arial" panose="020B0604020202020204" pitchFamily="34" charset="0"/>
                          <a:cs typeface="Arial" panose="020B0604020202020204" pitchFamily="34" charset="0"/>
                        </a:rPr>
                        <a:t>Nombre del </a:t>
                      </a:r>
                      <a:r>
                        <a:rPr lang="en-US" sz="1200" b="1" dirty="0" err="1">
                          <a:effectLst/>
                          <a:latin typeface="Arial" panose="020B0604020202020204" pitchFamily="34" charset="0"/>
                          <a:cs typeface="Arial" panose="020B0604020202020204" pitchFamily="34" charset="0"/>
                        </a:rPr>
                        <a:t>Requisito</a:t>
                      </a:r>
                      <a:endParaRPr lang="en-US" sz="12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50000"/>
                        </a:lnSpc>
                        <a:buNone/>
                      </a:pPr>
                      <a:r>
                        <a:rPr lang="en-US" sz="1200" b="1" dirty="0" err="1">
                          <a:effectLst/>
                          <a:latin typeface="Arial" panose="020B0604020202020204" pitchFamily="34" charset="0"/>
                          <a:cs typeface="Arial" panose="020B0604020202020204" pitchFamily="34" charset="0"/>
                        </a:rPr>
                        <a:t>Descripción</a:t>
                      </a:r>
                      <a:r>
                        <a:rPr lang="en-US" sz="1200" b="1" dirty="0">
                          <a:effectLst/>
                          <a:latin typeface="Arial" panose="020B0604020202020204" pitchFamily="34" charset="0"/>
                          <a:cs typeface="Arial" panose="020B0604020202020204" pitchFamily="34" charset="0"/>
                        </a:rPr>
                        <a:t> Técnica</a:t>
                      </a:r>
                      <a:endParaRPr lang="en-US" sz="12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50000"/>
                        </a:lnSpc>
                        <a:buNone/>
                      </a:pPr>
                      <a:r>
                        <a:rPr lang="en-US" sz="1200" b="1" dirty="0">
                          <a:effectLst/>
                          <a:latin typeface="Arial" panose="020B0604020202020204" pitchFamily="34" charset="0"/>
                          <a:cs typeface="Arial" panose="020B0604020202020204" pitchFamily="34" charset="0"/>
                        </a:rPr>
                        <a:t>Nombre del </a:t>
                      </a:r>
                      <a:r>
                        <a:rPr lang="en-US" sz="1200" b="1" dirty="0" err="1">
                          <a:effectLst/>
                          <a:latin typeface="Arial" panose="020B0604020202020204" pitchFamily="34" charset="0"/>
                          <a:cs typeface="Arial" panose="020B0604020202020204" pitchFamily="34" charset="0"/>
                        </a:rPr>
                        <a:t>Requisito</a:t>
                      </a:r>
                      <a:endParaRPr lang="en-US" sz="12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50000"/>
                        </a:lnSpc>
                        <a:buNone/>
                      </a:pPr>
                      <a:r>
                        <a:rPr lang="en-US" sz="1200" b="1" dirty="0" err="1">
                          <a:effectLst/>
                          <a:latin typeface="Arial" panose="020B0604020202020204" pitchFamily="34" charset="0"/>
                          <a:cs typeface="Arial" panose="020B0604020202020204" pitchFamily="34" charset="0"/>
                        </a:rPr>
                        <a:t>Descripción</a:t>
                      </a:r>
                      <a:r>
                        <a:rPr lang="en-US" sz="1200" b="1" dirty="0">
                          <a:effectLst/>
                          <a:latin typeface="Arial" panose="020B0604020202020204" pitchFamily="34" charset="0"/>
                          <a:cs typeface="Arial" panose="020B0604020202020204" pitchFamily="34" charset="0"/>
                        </a:rPr>
                        <a:t> Técnica</a:t>
                      </a:r>
                      <a:endParaRPr lang="en-US" sz="12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895040660"/>
                  </a:ext>
                </a:extLst>
              </a:tr>
              <a:tr h="880759">
                <a:tc>
                  <a:txBody>
                    <a:bodyPr/>
                    <a:lstStyle/>
                    <a:p>
                      <a:pPr marL="0" marR="0" algn="ctr">
                        <a:lnSpc>
                          <a:spcPct val="150000"/>
                        </a:lnSpc>
                        <a:buNone/>
                      </a:pPr>
                      <a:r>
                        <a:rPr lang="en-US" sz="1200" dirty="0">
                          <a:effectLst/>
                          <a:latin typeface="Arial" panose="020B0604020202020204" pitchFamily="34" charset="0"/>
                          <a:cs typeface="Arial" panose="020B0604020202020204" pitchFamily="34" charset="0"/>
                        </a:rPr>
                        <a:t>RF-01</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rgbClr val="C00000"/>
                    </a:solidFill>
                  </a:tcPr>
                </a:tc>
                <a:tc>
                  <a:txBody>
                    <a:bodyPr/>
                    <a:lstStyle/>
                    <a:p>
                      <a:pPr marL="0" marR="0" algn="ctr">
                        <a:lnSpc>
                          <a:spcPct val="150000"/>
                        </a:lnSpc>
                        <a:buNone/>
                      </a:pPr>
                      <a:r>
                        <a:rPr lang="en-US" sz="1200" dirty="0">
                          <a:effectLst/>
                          <a:latin typeface="Arial" panose="020B0604020202020204" pitchFamily="34" charset="0"/>
                          <a:cs typeface="Arial" panose="020B0604020202020204" pitchFamily="34" charset="0"/>
                        </a:rPr>
                        <a:t>Registro de </a:t>
                      </a:r>
                      <a:r>
                        <a:rPr lang="en-US" sz="1200" dirty="0" err="1">
                          <a:effectLst/>
                          <a:latin typeface="Arial" panose="020B0604020202020204" pitchFamily="34" charset="0"/>
                          <a:cs typeface="Arial" panose="020B0604020202020204" pitchFamily="34" charset="0"/>
                        </a:rPr>
                        <a:t>activos</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50000"/>
                        </a:lnSpc>
                        <a:buNone/>
                      </a:pPr>
                      <a:r>
                        <a:rPr lang="es-419" sz="1200" dirty="0">
                          <a:effectLst/>
                          <a:latin typeface="Arial" panose="020B0604020202020204" pitchFamily="34" charset="0"/>
                          <a:cs typeface="Arial" panose="020B0604020202020204" pitchFamily="34" charset="0"/>
                        </a:rPr>
                        <a:t>Permite al administrador ingresar nuevos bienes con datos técnicos y serie.</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50000"/>
                        </a:lnSpc>
                        <a:buNone/>
                      </a:pPr>
                      <a:r>
                        <a:rPr lang="en-US" sz="1200" dirty="0">
                          <a:effectLst/>
                          <a:latin typeface="Arial" panose="020B0604020202020204" pitchFamily="34" charset="0"/>
                          <a:cs typeface="Arial" panose="020B0604020202020204" pitchFamily="34" charset="0"/>
                        </a:rPr>
                        <a:t>Registro de </a:t>
                      </a:r>
                      <a:r>
                        <a:rPr lang="en-US" sz="1200" dirty="0" err="1">
                          <a:effectLst/>
                          <a:latin typeface="Arial" panose="020B0604020202020204" pitchFamily="34" charset="0"/>
                          <a:cs typeface="Arial" panose="020B0604020202020204" pitchFamily="34" charset="0"/>
                        </a:rPr>
                        <a:t>activos</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50000"/>
                        </a:lnSpc>
                        <a:buNone/>
                      </a:pPr>
                      <a:r>
                        <a:rPr lang="es-419" sz="1200">
                          <a:effectLst/>
                          <a:latin typeface="Arial" panose="020B0604020202020204" pitchFamily="34" charset="0"/>
                          <a:cs typeface="Arial" panose="020B0604020202020204" pitchFamily="34" charset="0"/>
                        </a:rPr>
                        <a:t>Permite al administrador ingresar nuevos bienes con datos técnicos y serie.</a:t>
                      </a:r>
                      <a:endParaRPr lang="en-US" sz="12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680470616"/>
                  </a:ext>
                </a:extLst>
              </a:tr>
              <a:tr h="731305">
                <a:tc>
                  <a:txBody>
                    <a:bodyPr/>
                    <a:lstStyle/>
                    <a:p>
                      <a:pPr marL="0" marR="0" algn="ctr">
                        <a:lnSpc>
                          <a:spcPct val="150000"/>
                        </a:lnSpc>
                        <a:buNone/>
                      </a:pPr>
                      <a:r>
                        <a:rPr lang="en-US" sz="1200" dirty="0">
                          <a:effectLst/>
                          <a:latin typeface="Arial" panose="020B0604020202020204" pitchFamily="34" charset="0"/>
                          <a:cs typeface="Arial" panose="020B0604020202020204" pitchFamily="34" charset="0"/>
                        </a:rPr>
                        <a:t>RF-02</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rgbClr val="C00000"/>
                    </a:solidFill>
                  </a:tcPr>
                </a:tc>
                <a:tc>
                  <a:txBody>
                    <a:bodyPr/>
                    <a:lstStyle/>
                    <a:p>
                      <a:pPr marL="0" marR="0" algn="ctr">
                        <a:lnSpc>
                          <a:spcPct val="150000"/>
                        </a:lnSpc>
                        <a:buNone/>
                      </a:pPr>
                      <a:r>
                        <a:rPr lang="en-US" sz="1200" dirty="0" err="1">
                          <a:effectLst/>
                          <a:latin typeface="Arial" panose="020B0604020202020204" pitchFamily="34" charset="0"/>
                          <a:cs typeface="Arial" panose="020B0604020202020204" pitchFamily="34" charset="0"/>
                        </a:rPr>
                        <a:t>Gestión</a:t>
                      </a:r>
                      <a:r>
                        <a:rPr lang="en-US" sz="1200" dirty="0">
                          <a:effectLst/>
                          <a:latin typeface="Arial" panose="020B0604020202020204" pitchFamily="34" charset="0"/>
                          <a:cs typeface="Arial" panose="020B0604020202020204" pitchFamily="34" charset="0"/>
                        </a:rPr>
                        <a:t> de </a:t>
                      </a:r>
                      <a:r>
                        <a:rPr lang="en-US" sz="1200" dirty="0" err="1">
                          <a:effectLst/>
                          <a:latin typeface="Arial" panose="020B0604020202020204" pitchFamily="34" charset="0"/>
                          <a:cs typeface="Arial" panose="020B0604020202020204" pitchFamily="34" charset="0"/>
                        </a:rPr>
                        <a:t>usuarios</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50000"/>
                        </a:lnSpc>
                        <a:buNone/>
                      </a:pPr>
                      <a:r>
                        <a:rPr lang="es-419" sz="1200">
                          <a:effectLst/>
                          <a:latin typeface="Arial" panose="020B0604020202020204" pitchFamily="34" charset="0"/>
                          <a:cs typeface="Arial" panose="020B0604020202020204" pitchFamily="34" charset="0"/>
                        </a:rPr>
                        <a:t>Administración de cuentas mediante roles (Administrador y Docente).</a:t>
                      </a:r>
                      <a:endParaRPr lang="en-US" sz="12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50000"/>
                        </a:lnSpc>
                        <a:buNone/>
                      </a:pPr>
                      <a:r>
                        <a:rPr lang="en-US" sz="1200" dirty="0" err="1">
                          <a:effectLst/>
                          <a:latin typeface="Arial" panose="020B0604020202020204" pitchFamily="34" charset="0"/>
                          <a:cs typeface="Arial" panose="020B0604020202020204" pitchFamily="34" charset="0"/>
                        </a:rPr>
                        <a:t>Gestión</a:t>
                      </a:r>
                      <a:r>
                        <a:rPr lang="en-US" sz="1200" dirty="0">
                          <a:effectLst/>
                          <a:latin typeface="Arial" panose="020B0604020202020204" pitchFamily="34" charset="0"/>
                          <a:cs typeface="Arial" panose="020B0604020202020204" pitchFamily="34" charset="0"/>
                        </a:rPr>
                        <a:t> de </a:t>
                      </a:r>
                      <a:r>
                        <a:rPr lang="en-US" sz="1200" dirty="0" err="1">
                          <a:effectLst/>
                          <a:latin typeface="Arial" panose="020B0604020202020204" pitchFamily="34" charset="0"/>
                          <a:cs typeface="Arial" panose="020B0604020202020204" pitchFamily="34" charset="0"/>
                        </a:rPr>
                        <a:t>usuarios</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50000"/>
                        </a:lnSpc>
                        <a:buNone/>
                      </a:pPr>
                      <a:r>
                        <a:rPr lang="es-419" sz="1200">
                          <a:effectLst/>
                          <a:latin typeface="Arial" panose="020B0604020202020204" pitchFamily="34" charset="0"/>
                          <a:cs typeface="Arial" panose="020B0604020202020204" pitchFamily="34" charset="0"/>
                        </a:rPr>
                        <a:t>Administración de cuentas mediante roles (Administrador y Docente).</a:t>
                      </a:r>
                      <a:endParaRPr lang="en-US" sz="12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659073899"/>
                  </a:ext>
                </a:extLst>
              </a:tr>
              <a:tr h="1179668">
                <a:tc>
                  <a:txBody>
                    <a:bodyPr/>
                    <a:lstStyle/>
                    <a:p>
                      <a:pPr marL="0" marR="0" algn="ctr">
                        <a:lnSpc>
                          <a:spcPct val="150000"/>
                        </a:lnSpc>
                        <a:buNone/>
                      </a:pPr>
                      <a:r>
                        <a:rPr lang="en-US" sz="1200" dirty="0">
                          <a:effectLst/>
                          <a:latin typeface="Arial" panose="020B0604020202020204" pitchFamily="34" charset="0"/>
                          <a:cs typeface="Arial" panose="020B0604020202020204" pitchFamily="34" charset="0"/>
                        </a:rPr>
                        <a:t>RF-03</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rgbClr val="C00000"/>
                    </a:solidFill>
                  </a:tcPr>
                </a:tc>
                <a:tc>
                  <a:txBody>
                    <a:bodyPr/>
                    <a:lstStyle/>
                    <a:p>
                      <a:pPr marL="0" marR="0" algn="ctr">
                        <a:lnSpc>
                          <a:spcPct val="150000"/>
                        </a:lnSpc>
                        <a:buNone/>
                      </a:pPr>
                      <a:r>
                        <a:rPr lang="es-ES" sz="1200" dirty="0">
                          <a:effectLst/>
                          <a:latin typeface="Arial" panose="020B0604020202020204" pitchFamily="34" charset="0"/>
                          <a:cs typeface="Arial" panose="020B0604020202020204" pitchFamily="34" charset="0"/>
                        </a:rPr>
                        <a:t>Trazabilidad de Movimientos</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50000"/>
                        </a:lnSpc>
                        <a:buNone/>
                      </a:pPr>
                      <a:r>
                        <a:rPr lang="es-ES" sz="1200">
                          <a:effectLst/>
                          <a:latin typeface="Arial" panose="020B0604020202020204" pitchFamily="34" charset="0"/>
                          <a:cs typeface="Arial" panose="020B0604020202020204" pitchFamily="34" charset="0"/>
                        </a:rPr>
                        <a:t>Registro automático de la fecha y usuario responsable en cada entrega o devolución de bienes.</a:t>
                      </a:r>
                      <a:endParaRPr lang="en-US" sz="12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50000"/>
                        </a:lnSpc>
                        <a:buNone/>
                      </a:pPr>
                      <a:r>
                        <a:rPr lang="es-ES" sz="1200" dirty="0">
                          <a:effectLst/>
                          <a:latin typeface="Arial" panose="020B0604020202020204" pitchFamily="34" charset="0"/>
                          <a:cs typeface="Arial" panose="020B0604020202020204" pitchFamily="34" charset="0"/>
                        </a:rPr>
                        <a:t>Trazabilidad de Movimientos</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50000"/>
                        </a:lnSpc>
                        <a:buNone/>
                      </a:pPr>
                      <a:r>
                        <a:rPr lang="es-ES" sz="1200" dirty="0">
                          <a:effectLst/>
                          <a:latin typeface="Arial" panose="020B0604020202020204" pitchFamily="34" charset="0"/>
                          <a:cs typeface="Arial" panose="020B0604020202020204" pitchFamily="34" charset="0"/>
                        </a:rPr>
                        <a:t>Registro automático de la fecha y usuario responsable en cada entrega o devolución de bienes.</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484868611"/>
                  </a:ext>
                </a:extLst>
              </a:tr>
              <a:tr h="731305">
                <a:tc>
                  <a:txBody>
                    <a:bodyPr/>
                    <a:lstStyle/>
                    <a:p>
                      <a:pPr marL="0" marR="0" algn="ctr">
                        <a:lnSpc>
                          <a:spcPct val="150000"/>
                        </a:lnSpc>
                        <a:buNone/>
                      </a:pPr>
                      <a:r>
                        <a:rPr lang="en-US" sz="1200" dirty="0">
                          <a:effectLst/>
                          <a:latin typeface="Arial" panose="020B0604020202020204" pitchFamily="34" charset="0"/>
                          <a:cs typeface="Arial" panose="020B0604020202020204" pitchFamily="34" charset="0"/>
                        </a:rPr>
                        <a:t>RF-04</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rgbClr val="C00000"/>
                    </a:solidFill>
                  </a:tcPr>
                </a:tc>
                <a:tc>
                  <a:txBody>
                    <a:bodyPr/>
                    <a:lstStyle/>
                    <a:p>
                      <a:pPr marL="0" marR="0" algn="ctr">
                        <a:lnSpc>
                          <a:spcPct val="150000"/>
                        </a:lnSpc>
                        <a:buNone/>
                      </a:pPr>
                      <a:r>
                        <a:rPr lang="en-US" sz="1200" dirty="0" err="1">
                          <a:effectLst/>
                          <a:latin typeface="Arial" panose="020B0604020202020204" pitchFamily="34" charset="0"/>
                          <a:cs typeface="Arial" panose="020B0604020202020204" pitchFamily="34" charset="0"/>
                        </a:rPr>
                        <a:t>Monitoreo</a:t>
                      </a:r>
                      <a:r>
                        <a:rPr lang="en-US" sz="1200" dirty="0">
                          <a:effectLst/>
                          <a:latin typeface="Arial" panose="020B0604020202020204" pitchFamily="34" charset="0"/>
                          <a:cs typeface="Arial" panose="020B0604020202020204" pitchFamily="34" charset="0"/>
                        </a:rPr>
                        <a:t> de </a:t>
                      </a:r>
                      <a:r>
                        <a:rPr lang="en-US" sz="1200" dirty="0" err="1">
                          <a:effectLst/>
                          <a:latin typeface="Arial" panose="020B0604020202020204" pitchFamily="34" charset="0"/>
                          <a:cs typeface="Arial" panose="020B0604020202020204" pitchFamily="34" charset="0"/>
                        </a:rPr>
                        <a:t>estado</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50000"/>
                        </a:lnSpc>
                        <a:buNone/>
                      </a:pPr>
                      <a:r>
                        <a:rPr lang="es-419" sz="1200">
                          <a:effectLst/>
                          <a:latin typeface="Arial" panose="020B0604020202020204" pitchFamily="34" charset="0"/>
                          <a:cs typeface="Arial" panose="020B0604020202020204" pitchFamily="34" charset="0"/>
                        </a:rPr>
                        <a:t>Consulta en tiempo real de la ubicación y disponibilidad del bien.</a:t>
                      </a:r>
                      <a:endParaRPr lang="en-US" sz="12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50000"/>
                        </a:lnSpc>
                        <a:buNone/>
                      </a:pPr>
                      <a:r>
                        <a:rPr lang="en-US" sz="1200" dirty="0" err="1">
                          <a:effectLst/>
                          <a:latin typeface="Arial" panose="020B0604020202020204" pitchFamily="34" charset="0"/>
                          <a:cs typeface="Arial" panose="020B0604020202020204" pitchFamily="34" charset="0"/>
                        </a:rPr>
                        <a:t>Monitoreo</a:t>
                      </a:r>
                      <a:r>
                        <a:rPr lang="en-US" sz="1200" dirty="0">
                          <a:effectLst/>
                          <a:latin typeface="Arial" panose="020B0604020202020204" pitchFamily="34" charset="0"/>
                          <a:cs typeface="Arial" panose="020B0604020202020204" pitchFamily="34" charset="0"/>
                        </a:rPr>
                        <a:t> de </a:t>
                      </a:r>
                      <a:r>
                        <a:rPr lang="en-US" sz="1200" dirty="0" err="1">
                          <a:effectLst/>
                          <a:latin typeface="Arial" panose="020B0604020202020204" pitchFamily="34" charset="0"/>
                          <a:cs typeface="Arial" panose="020B0604020202020204" pitchFamily="34" charset="0"/>
                        </a:rPr>
                        <a:t>estado</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50000"/>
                        </a:lnSpc>
                        <a:buNone/>
                      </a:pPr>
                      <a:r>
                        <a:rPr lang="es-419" sz="1200" dirty="0">
                          <a:effectLst/>
                          <a:latin typeface="Arial" panose="020B0604020202020204" pitchFamily="34" charset="0"/>
                          <a:cs typeface="Arial" panose="020B0604020202020204" pitchFamily="34" charset="0"/>
                        </a:rPr>
                        <a:t>Consulta en tiempo real de la ubicación y disponibilidad del bien.</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4289865844"/>
                  </a:ext>
                </a:extLst>
              </a:tr>
              <a:tr h="731305">
                <a:tc>
                  <a:txBody>
                    <a:bodyPr/>
                    <a:lstStyle/>
                    <a:p>
                      <a:pPr marL="0" marR="0" algn="just">
                        <a:lnSpc>
                          <a:spcPct val="150000"/>
                        </a:lnSpc>
                        <a:buNone/>
                      </a:pPr>
                      <a:r>
                        <a:rPr lang="en-US" sz="1200" b="1" dirty="0">
                          <a:solidFill>
                            <a:srgbClr val="FFFFFF"/>
                          </a:solidFill>
                          <a:effectLst/>
                          <a:latin typeface="Arial" panose="020B0604020202020204" pitchFamily="34" charset="0"/>
                          <a:ea typeface="Times New Roman" panose="02020603050405020304" pitchFamily="18" charset="0"/>
                          <a:cs typeface="Arial" panose="020B0604020202020204" pitchFamily="34" charset="0"/>
                        </a:rPr>
                        <a:t>RF-05</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rgbClr val="C00000"/>
                    </a:solidFill>
                  </a:tcPr>
                </a:tc>
                <a:tc>
                  <a:txBody>
                    <a:bodyPr/>
                    <a:lstStyle/>
                    <a:p>
                      <a:pPr marL="0" marR="0" algn="ctr">
                        <a:lnSpc>
                          <a:spcPct val="150000"/>
                        </a:lnSpc>
                        <a:buNone/>
                      </a:pPr>
                      <a:r>
                        <a:rPr lang="es-ES" sz="1200" b="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Registro de Auditoría</a:t>
                      </a:r>
                      <a:endParaRPr lang="en-US" sz="1200" b="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50000"/>
                        </a:lnSpc>
                        <a:buNone/>
                      </a:pPr>
                      <a:r>
                        <a:rPr lang="es-ES" sz="1200" b="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Generación de marcas de tiempo y logs de actividad vinculados al activo.</a:t>
                      </a:r>
                      <a:endParaRPr lang="en-US" sz="1200" b="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50000"/>
                        </a:lnSpc>
                        <a:buNone/>
                      </a:pPr>
                      <a:r>
                        <a:rPr lang="en-US" sz="1200" b="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RF-05</a:t>
                      </a:r>
                    </a:p>
                  </a:txBody>
                  <a:tcPr marL="68580" marR="68580" marT="0" marB="0"/>
                </a:tc>
                <a:tc>
                  <a:txBody>
                    <a:bodyPr/>
                    <a:lstStyle/>
                    <a:p>
                      <a:pPr marL="0" marR="0" algn="ctr">
                        <a:lnSpc>
                          <a:spcPct val="150000"/>
                        </a:lnSpc>
                        <a:buNone/>
                      </a:pPr>
                      <a:r>
                        <a:rPr lang="es-ES" sz="1200" b="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Registro de Auditoría</a:t>
                      </a:r>
                      <a:endParaRPr lang="en-US" sz="1200" b="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259351130"/>
                  </a:ext>
                </a:extLst>
              </a:tr>
            </a:tbl>
          </a:graphicData>
        </a:graphic>
      </p:graphicFrame>
      <p:sp>
        <p:nvSpPr>
          <p:cNvPr id="9" name="Título 1">
            <a:extLst>
              <a:ext uri="{FF2B5EF4-FFF2-40B4-BE49-F238E27FC236}">
                <a16:creationId xmlns:a16="http://schemas.microsoft.com/office/drawing/2014/main" id="{4DC414AA-BE69-4BC8-AA07-5F39AA3F1309}"/>
              </a:ext>
            </a:extLst>
          </p:cNvPr>
          <p:cNvSpPr txBox="1">
            <a:spLocks/>
          </p:cNvSpPr>
          <p:nvPr/>
        </p:nvSpPr>
        <p:spPr>
          <a:xfrm>
            <a:off x="1211008" y="623373"/>
            <a:ext cx="8142623" cy="60648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000" dirty="0">
                <a:latin typeface="Arial" panose="020B0604020202020204" pitchFamily="34" charset="0"/>
                <a:cs typeface="Arial" panose="020B0604020202020204" pitchFamily="34" charset="0"/>
              </a:rPr>
              <a:t>Cumplimiento funcional</a:t>
            </a:r>
          </a:p>
        </p:txBody>
      </p:sp>
      <p:sp>
        <p:nvSpPr>
          <p:cNvPr id="10" name="Título 1">
            <a:extLst>
              <a:ext uri="{FF2B5EF4-FFF2-40B4-BE49-F238E27FC236}">
                <a16:creationId xmlns:a16="http://schemas.microsoft.com/office/drawing/2014/main" id="{58B9CCDC-EE25-4438-8851-DE12C0BC6DF1}"/>
              </a:ext>
            </a:extLst>
          </p:cNvPr>
          <p:cNvSpPr txBox="1">
            <a:spLocks/>
          </p:cNvSpPr>
          <p:nvPr/>
        </p:nvSpPr>
        <p:spPr>
          <a:xfrm>
            <a:off x="1211008" y="285766"/>
            <a:ext cx="2728015" cy="273398"/>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200" b="1" dirty="0">
                <a:latin typeface="Arial" panose="020B0604020202020204" pitchFamily="34" charset="0"/>
                <a:cs typeface="Arial" panose="020B0604020202020204" pitchFamily="34" charset="0"/>
              </a:rPr>
              <a:t>Resultados</a:t>
            </a:r>
          </a:p>
        </p:txBody>
      </p:sp>
      <p:sp>
        <p:nvSpPr>
          <p:cNvPr id="7" name="Rectángulo 6">
            <a:extLst>
              <a:ext uri="{FF2B5EF4-FFF2-40B4-BE49-F238E27FC236}">
                <a16:creationId xmlns:a16="http://schemas.microsoft.com/office/drawing/2014/main" id="{F99337E1-2973-41B5-9CC2-68A02F3A3883}"/>
              </a:ext>
            </a:extLst>
          </p:cNvPr>
          <p:cNvSpPr/>
          <p:nvPr/>
        </p:nvSpPr>
        <p:spPr>
          <a:xfrm>
            <a:off x="1288084" y="1298865"/>
            <a:ext cx="10806934" cy="5029199"/>
          </a:xfrm>
          <a:prstGeom prst="rect">
            <a:avLst/>
          </a:prstGeom>
          <a:noFill/>
          <a:ln>
            <a:solidFill>
              <a:schemeClr val="bg1">
                <a:lumMod val="6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C"/>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C"/>
          </a:p>
        </p:txBody>
      </p:sp>
    </p:spTree>
    <p:extLst>
      <p:ext uri="{BB962C8B-B14F-4D97-AF65-F5344CB8AC3E}">
        <p14:creationId xmlns:p14="http://schemas.microsoft.com/office/powerpoint/2010/main" val="4048609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a:extLst>
            <a:ext uri="{FF2B5EF4-FFF2-40B4-BE49-F238E27FC236}">
              <a16:creationId xmlns:a16="http://schemas.microsoft.com/office/drawing/2014/main" id="{FD93FDAC-4BE0-8FDD-C5D5-4380F950C484}"/>
            </a:ext>
          </a:extLst>
        </p:cNvPr>
        <p:cNvGrpSpPr/>
        <p:nvPr/>
      </p:nvGrpSpPr>
      <p:grpSpPr>
        <a:xfrm>
          <a:off x="0" y="0"/>
          <a:ext cx="0" cy="0"/>
          <a:chOff x="0" y="0"/>
          <a:chExt cx="0" cy="0"/>
        </a:xfrm>
      </p:grpSpPr>
      <p:sp>
        <p:nvSpPr>
          <p:cNvPr id="5" name="Content Placeholder 10">
            <a:extLst>
              <a:ext uri="{FF2B5EF4-FFF2-40B4-BE49-F238E27FC236}">
                <a16:creationId xmlns:a16="http://schemas.microsoft.com/office/drawing/2014/main" id="{279DF650-86BD-0A37-5085-9B4C4F13C5B7}"/>
              </a:ext>
            </a:extLst>
          </p:cNvPr>
          <p:cNvSpPr txBox="1">
            <a:spLocks/>
          </p:cNvSpPr>
          <p:nvPr/>
        </p:nvSpPr>
        <p:spPr>
          <a:xfrm>
            <a:off x="1321700" y="2024124"/>
            <a:ext cx="10421310" cy="3732347"/>
          </a:xfrm>
          <a:prstGeom prst="rect">
            <a:avLst/>
          </a:prstGeom>
        </p:spPr>
        <p:txBody>
          <a:bodyPr lIns="91440" tIns="45720" rIns="91440" bIns="4572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buFont typeface="Wingdings" panose="05000000000000000000" pitchFamily="2" charset="2"/>
              <a:buChar char="ü"/>
            </a:pPr>
            <a:r>
              <a:rPr lang="es-ES" sz="2000" dirty="0">
                <a:latin typeface="Arial" panose="020B0604020202020204" pitchFamily="34" charset="0"/>
                <a:cs typeface="Arial" panose="020B0604020202020204" pitchFamily="34" charset="0"/>
              </a:rPr>
              <a:t>La investigación permitió superar la gestión manual de bienes tecnológicos en la UEFO.</a:t>
            </a:r>
          </a:p>
          <a:p>
            <a:pPr algn="just">
              <a:lnSpc>
                <a:spcPct val="150000"/>
              </a:lnSpc>
              <a:buFont typeface="Wingdings" panose="05000000000000000000" pitchFamily="2" charset="2"/>
              <a:buChar char="ü"/>
            </a:pPr>
            <a:r>
              <a:rPr lang="es-ES" sz="2000" dirty="0">
                <a:latin typeface="Arial" panose="020B0604020202020204" pitchFamily="34" charset="0"/>
                <a:cs typeface="Arial" panose="020B0604020202020204" pitchFamily="34" charset="0"/>
              </a:rPr>
              <a:t>Se cumplieron los objetivos mediante una aplicación móvil funcional y validada.</a:t>
            </a:r>
          </a:p>
          <a:p>
            <a:pPr algn="just">
              <a:lnSpc>
                <a:spcPct val="150000"/>
              </a:lnSpc>
              <a:buFont typeface="Wingdings" panose="05000000000000000000" pitchFamily="2" charset="2"/>
              <a:buChar char="ü"/>
            </a:pPr>
            <a:r>
              <a:rPr lang="es-ES" sz="2000" dirty="0">
                <a:latin typeface="Arial" panose="020B0604020202020204" pitchFamily="34" charset="0"/>
                <a:cs typeface="Arial" panose="020B0604020202020204" pitchFamily="34" charset="0"/>
              </a:rPr>
              <a:t>El sistema mejora la trazabilidad, el control y la transparencia institucional.</a:t>
            </a:r>
          </a:p>
          <a:p>
            <a:pPr algn="just">
              <a:lnSpc>
                <a:spcPct val="150000"/>
              </a:lnSpc>
              <a:buFont typeface="Wingdings" panose="05000000000000000000" pitchFamily="2" charset="2"/>
              <a:buChar char="ü"/>
            </a:pPr>
            <a:r>
              <a:rPr lang="es-ES" sz="2000" dirty="0">
                <a:latin typeface="Arial" panose="020B0604020202020204" pitchFamily="34" charset="0"/>
                <a:cs typeface="Arial" panose="020B0604020202020204" pitchFamily="34" charset="0"/>
              </a:rPr>
              <a:t>Se obtuvo una aceptación del 80 % por parte de los usuarios finales.</a:t>
            </a:r>
            <a:endParaRPr lang="es-EC" sz="2000" dirty="0">
              <a:latin typeface="Arial"/>
              <a:cs typeface="Arial"/>
            </a:endParaRPr>
          </a:p>
        </p:txBody>
      </p:sp>
      <p:sp>
        <p:nvSpPr>
          <p:cNvPr id="8" name="Título 1">
            <a:extLst>
              <a:ext uri="{FF2B5EF4-FFF2-40B4-BE49-F238E27FC236}">
                <a16:creationId xmlns:a16="http://schemas.microsoft.com/office/drawing/2014/main" id="{028F2FF6-8495-2ED0-F93F-DD4FFD47636B}"/>
              </a:ext>
            </a:extLst>
          </p:cNvPr>
          <p:cNvSpPr txBox="1">
            <a:spLocks/>
          </p:cNvSpPr>
          <p:nvPr/>
        </p:nvSpPr>
        <p:spPr>
          <a:xfrm>
            <a:off x="1162517" y="970116"/>
            <a:ext cx="10639510" cy="60648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000" dirty="0">
                <a:latin typeface="Arial" panose="020B0604020202020204" pitchFamily="34" charset="0"/>
                <a:cs typeface="Arial" panose="020B0604020202020204" pitchFamily="34" charset="0"/>
              </a:rPr>
              <a:t>Resultados e impacto del proyecto</a:t>
            </a:r>
            <a:endParaRPr lang="es-EC" sz="3000" dirty="0">
              <a:latin typeface="Arial" panose="020B0604020202020204" pitchFamily="34" charset="0"/>
              <a:cs typeface="Arial" panose="020B0604020202020204" pitchFamily="34" charset="0"/>
            </a:endParaRPr>
          </a:p>
        </p:txBody>
      </p:sp>
      <p:sp>
        <p:nvSpPr>
          <p:cNvPr id="9" name="Título 1">
            <a:extLst>
              <a:ext uri="{FF2B5EF4-FFF2-40B4-BE49-F238E27FC236}">
                <a16:creationId xmlns:a16="http://schemas.microsoft.com/office/drawing/2014/main" id="{7E970759-A266-8B5B-9801-67996F8D3D3E}"/>
              </a:ext>
            </a:extLst>
          </p:cNvPr>
          <p:cNvSpPr txBox="1">
            <a:spLocks/>
          </p:cNvSpPr>
          <p:nvPr/>
        </p:nvSpPr>
        <p:spPr>
          <a:xfrm>
            <a:off x="1162517" y="626159"/>
            <a:ext cx="2728015" cy="273398"/>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sz="3200" b="1" dirty="0">
                <a:latin typeface="Arial" panose="020B0604020202020204" pitchFamily="34" charset="0"/>
                <a:cs typeface="Arial" panose="020B0604020202020204" pitchFamily="34" charset="0"/>
              </a:rPr>
              <a:t>Conclusiones</a:t>
            </a:r>
          </a:p>
        </p:txBody>
      </p:sp>
      <p:sp>
        <p:nvSpPr>
          <p:cNvPr id="6" name="Rectángulo 5">
            <a:extLst>
              <a:ext uri="{FF2B5EF4-FFF2-40B4-BE49-F238E27FC236}">
                <a16:creationId xmlns:a16="http://schemas.microsoft.com/office/drawing/2014/main" id="{AB36896A-6285-F331-E8D0-A89F45A8D83D}"/>
              </a:ext>
            </a:extLst>
          </p:cNvPr>
          <p:cNvSpPr/>
          <p:nvPr/>
        </p:nvSpPr>
        <p:spPr>
          <a:xfrm>
            <a:off x="1262684" y="1901536"/>
            <a:ext cx="10539343" cy="3977524"/>
          </a:xfrm>
          <a:prstGeom prst="rect">
            <a:avLst/>
          </a:prstGeom>
          <a:noFill/>
          <a:ln>
            <a:solidFill>
              <a:schemeClr val="bg1">
                <a:lumMod val="6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C"/>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C"/>
          </a:p>
        </p:txBody>
      </p:sp>
    </p:spTree>
    <p:extLst>
      <p:ext uri="{BB962C8B-B14F-4D97-AF65-F5344CB8AC3E}">
        <p14:creationId xmlns:p14="http://schemas.microsoft.com/office/powerpoint/2010/main" val="2798717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EE09106-BB08-4AC9-8236-8EFC42FE1F9B}"/>
              </a:ext>
            </a:extLst>
          </p:cNvPr>
          <p:cNvSpPr txBox="1">
            <a:spLocks/>
          </p:cNvSpPr>
          <p:nvPr/>
        </p:nvSpPr>
        <p:spPr>
          <a:xfrm>
            <a:off x="6097317" y="1514668"/>
            <a:ext cx="3592223" cy="1073021"/>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C" sz="3600">
                <a:latin typeface="Arial"/>
                <a:cs typeface="Arial"/>
              </a:rPr>
              <a:t>Dudas?</a:t>
            </a:r>
          </a:p>
          <a:p>
            <a:pPr algn="ctr"/>
            <a:r>
              <a:rPr lang="es-EC" sz="3600" dirty="0">
                <a:latin typeface="Arial"/>
                <a:cs typeface="Arial"/>
              </a:rPr>
              <a:t>¿Sugerencias</a:t>
            </a:r>
            <a:r>
              <a:rPr lang="es-EC" sz="3600" dirty="0">
                <a:solidFill>
                  <a:schemeClr val="bg1"/>
                </a:solidFill>
                <a:latin typeface="Arial"/>
                <a:cs typeface="Arial"/>
              </a:rPr>
              <a:t>?</a:t>
            </a:r>
          </a:p>
        </p:txBody>
      </p:sp>
      <p:sp>
        <p:nvSpPr>
          <p:cNvPr id="5" name="Content Placeholder 10">
            <a:extLst>
              <a:ext uri="{FF2B5EF4-FFF2-40B4-BE49-F238E27FC236}">
                <a16:creationId xmlns:a16="http://schemas.microsoft.com/office/drawing/2014/main" id="{3DB18E5C-2F55-447F-82D5-DE7F638B0586}"/>
              </a:ext>
            </a:extLst>
          </p:cNvPr>
          <p:cNvSpPr txBox="1">
            <a:spLocks/>
          </p:cNvSpPr>
          <p:nvPr/>
        </p:nvSpPr>
        <p:spPr>
          <a:xfrm>
            <a:off x="3980430" y="3560182"/>
            <a:ext cx="7389267" cy="995174"/>
          </a:xfrm>
          <a:prstGeom prst="rect">
            <a:avLst/>
          </a:prstGeom>
        </p:spPr>
        <p:txBody>
          <a:bodyPr lIns="91440" tIns="45720" rIns="91440" bIns="4572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s-EC" sz="1400" b="0" i="0" u="none" strike="noStrike" baseline="0" dirty="0">
                <a:latin typeface="Arial"/>
                <a:cs typeface="Arial"/>
              </a:rPr>
              <a:t>Contactos:</a:t>
            </a:r>
            <a:endParaRPr lang="es-ES" sz="1400"/>
          </a:p>
          <a:p>
            <a:pPr lvl="1"/>
            <a:r>
              <a:rPr lang="es-EC" sz="1400" dirty="0">
                <a:latin typeface="Arial"/>
                <a:cs typeface="Arial"/>
              </a:rPr>
              <a:t>Teléfono</a:t>
            </a:r>
          </a:p>
          <a:p>
            <a:pPr lvl="1"/>
            <a:r>
              <a:rPr lang="es-EC" sz="1400" b="0" i="0" u="none" strike="noStrike" baseline="0" dirty="0">
                <a:latin typeface="Arial"/>
                <a:cs typeface="Arial"/>
              </a:rPr>
              <a:t>Correo</a:t>
            </a:r>
          </a:p>
        </p:txBody>
      </p:sp>
      <p:sp>
        <p:nvSpPr>
          <p:cNvPr id="7" name="Título 1">
            <a:extLst>
              <a:ext uri="{FF2B5EF4-FFF2-40B4-BE49-F238E27FC236}">
                <a16:creationId xmlns:a16="http://schemas.microsoft.com/office/drawing/2014/main" id="{1BF25320-F1A9-4A43-8B54-977E3625AEEE}"/>
              </a:ext>
            </a:extLst>
          </p:cNvPr>
          <p:cNvSpPr txBox="1">
            <a:spLocks/>
          </p:cNvSpPr>
          <p:nvPr/>
        </p:nvSpPr>
        <p:spPr>
          <a:xfrm>
            <a:off x="9163088" y="6118538"/>
            <a:ext cx="2728015" cy="27339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C" sz="2000">
                <a:solidFill>
                  <a:schemeClr val="bg1"/>
                </a:solidFill>
                <a:latin typeface="Arial" panose="020B0604020202020204" pitchFamily="34" charset="0"/>
                <a:cs typeface="Arial" panose="020B0604020202020204" pitchFamily="34" charset="0"/>
              </a:rPr>
              <a:t>Nombre y Apellido</a:t>
            </a:r>
          </a:p>
        </p:txBody>
      </p:sp>
    </p:spTree>
    <p:extLst>
      <p:ext uri="{BB962C8B-B14F-4D97-AF65-F5344CB8AC3E}">
        <p14:creationId xmlns:p14="http://schemas.microsoft.com/office/powerpoint/2010/main" val="353705017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A90E4E9FCAFED543A59EB8C31FDEF996" ma:contentTypeVersion="3" ma:contentTypeDescription="Crear nuevo documento." ma:contentTypeScope="" ma:versionID="c4c917968a3f3774f4cddb17ddeae8fe">
  <xsd:schema xmlns:xsd="http://www.w3.org/2001/XMLSchema" xmlns:xs="http://www.w3.org/2001/XMLSchema" xmlns:p="http://schemas.microsoft.com/office/2006/metadata/properties" xmlns:ns2="b5d161d1-b22f-439c-9bbc-f4a9d3ea0c5e" targetNamespace="http://schemas.microsoft.com/office/2006/metadata/properties" ma:root="true" ma:fieldsID="739f5389f5a47e52a9fad09ebddd38a5" ns2:_="">
    <xsd:import namespace="b5d161d1-b22f-439c-9bbc-f4a9d3ea0c5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d161d1-b22f-439c-9bbc-f4a9d3ea0c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F294B8-F457-441C-83CA-20EE1A2FFDE5}">
  <ds:schemaRefs>
    <ds:schemaRef ds:uri="http://schemas.microsoft.com/sharepoint/v3/contenttype/forms"/>
  </ds:schemaRefs>
</ds:datastoreItem>
</file>

<file path=customXml/itemProps2.xml><?xml version="1.0" encoding="utf-8"?>
<ds:datastoreItem xmlns:ds="http://schemas.openxmlformats.org/officeDocument/2006/customXml" ds:itemID="{51A00DB4-D4F6-46EB-A6C0-37212C873A83}">
  <ds:schemaRefs>
    <ds:schemaRef ds:uri="915b48a8-1a9e-41e8-bc33-db181d5fdf07"/>
    <ds:schemaRef ds:uri="95ec3b0e-3088-474f-a1e2-58507c409a4c"/>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5804EF9-B821-46E5-ABC2-8CFF4B802F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5d161d1-b22f-439c-9bbc-f4a9d3ea0c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97</TotalTime>
  <Words>3143</Words>
  <Application>Microsoft Office PowerPoint</Application>
  <PresentationFormat>Panorámica</PresentationFormat>
  <Paragraphs>280</Paragraphs>
  <Slides>18</Slides>
  <Notes>16</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18</vt:i4>
      </vt:variant>
    </vt:vector>
  </HeadingPairs>
  <TitlesOfParts>
    <vt:vector size="26" baseType="lpstr">
      <vt:lpstr>Aptos</vt:lpstr>
      <vt:lpstr>Arial</vt:lpstr>
      <vt:lpstr>Calibri</vt:lpstr>
      <vt:lpstr>Calibri Light</vt:lpstr>
      <vt:lpstr>Courier New</vt:lpstr>
      <vt:lpstr>Times New Roman</vt:lpstr>
      <vt:lpstr>Wingdings</vt:lpstr>
      <vt:lpstr>Tema de Office</vt:lpstr>
      <vt:lpstr>APP MÓVIL PARA LA GESTIÓN DE BIENES EN LA UNIDAD EDUCATIVA FRANCISCO DE ORELLANA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STEVEN FABIAN GUDIÑO ARIAS</dc:creator>
  <cp:lastModifiedBy>Nicole Calvas</cp:lastModifiedBy>
  <cp:revision>112</cp:revision>
  <dcterms:created xsi:type="dcterms:W3CDTF">2021-06-22T16:05:44Z</dcterms:created>
  <dcterms:modified xsi:type="dcterms:W3CDTF">2026-01-21T00:01:57Z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0x010100A90E4E9FCAFED543A59EB8C31FDEF996</vt:lpwstr>
  </property>
  <property fmtid="{D5CDD505-2E9C-101B-9397-08002B2CF9AE}" pid="3" name="MediaServiceImageTags">
    <vt:lpwstr/>
  </property>
  <property fmtid="{D5CDD505-2E9C-101B-9397-08002B2CF9AE}" pid="4" name="Order">
    <vt:r8>1214400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